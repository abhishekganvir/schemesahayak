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9"/>
  </p:notesMasterIdLst>
  <p:sldIdLst>
    <p:sldId id="297" r:id="rId2"/>
    <p:sldId id="261" r:id="rId3"/>
    <p:sldId id="299" r:id="rId4"/>
    <p:sldId id="264" r:id="rId5"/>
    <p:sldId id="301" r:id="rId6"/>
    <p:sldId id="276" r:id="rId7"/>
    <p:sldId id="260" r:id="rId8"/>
  </p:sldIdLst>
  <p:sldSz cx="9144000" cy="5143500" type="screen16x9"/>
  <p:notesSz cx="6858000" cy="9144000"/>
  <p:embeddedFontLst>
    <p:embeddedFont>
      <p:font typeface="Figtree" panose="020B0604020202020204" charset="0"/>
      <p:regular r:id="rId10"/>
      <p:bold r:id="rId11"/>
      <p:italic r:id="rId12"/>
      <p:boldItalic r:id="rId13"/>
    </p:embeddedFont>
    <p:embeddedFont>
      <p:font typeface="Fira Sans" panose="020B0503050000020004" pitchFamily="34" charset="0"/>
      <p:regular r:id="rId14"/>
      <p:bold r:id="rId15"/>
    </p:embeddedFont>
    <p:embeddedFont>
      <p:font typeface="Open Sans Light" panose="020B0306030504020204" pitchFamily="34" charset="0"/>
      <p:regular r:id="rId16"/>
    </p:embeddedFont>
    <p:embeddedFont>
      <p:font typeface="Raleway" pitchFamily="2" charset="0"/>
      <p:regular r:id="rId17"/>
    </p:embeddedFont>
    <p:embeddedFont>
      <p:font typeface="Sarabun" panose="020B0604020202020204" charset="-34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665038-A07D-4A5C-9615-9CB837E9A5F6}">
  <a:tblStyle styleId="{C5665038-A07D-4A5C-9615-9CB837E9A5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4E9EA3C-26B2-46BB-ADD2-4014DB216A9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02" y="-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361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>
          <a:extLst>
            <a:ext uri="{FF2B5EF4-FFF2-40B4-BE49-F238E27FC236}">
              <a16:creationId xmlns:a16="http://schemas.microsoft.com/office/drawing/2014/main" id="{93597BE7-E677-8D41-98E8-BEEFD2F0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110860aa576_0_0:notes">
            <a:extLst>
              <a:ext uri="{FF2B5EF4-FFF2-40B4-BE49-F238E27FC236}">
                <a16:creationId xmlns:a16="http://schemas.microsoft.com/office/drawing/2014/main" id="{582095E7-19B3-D83F-CB74-35F94C20F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110860aa576_0_0:notes">
            <a:extLst>
              <a:ext uri="{FF2B5EF4-FFF2-40B4-BE49-F238E27FC236}">
                <a16:creationId xmlns:a16="http://schemas.microsoft.com/office/drawing/2014/main" id="{28C05DED-8C4D-BE6A-396A-5553296463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306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b7689dd60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b7689dd60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>
          <a:extLst>
            <a:ext uri="{FF2B5EF4-FFF2-40B4-BE49-F238E27FC236}">
              <a16:creationId xmlns:a16="http://schemas.microsoft.com/office/drawing/2014/main" id="{59BE234D-788E-7C94-23E8-EAB4B13A0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b7689dd60a_0_12:notes">
            <a:extLst>
              <a:ext uri="{FF2B5EF4-FFF2-40B4-BE49-F238E27FC236}">
                <a16:creationId xmlns:a16="http://schemas.microsoft.com/office/drawing/2014/main" id="{8140B211-BC3B-78B2-E502-247691E959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b7689dd60a_0_12:notes">
            <a:extLst>
              <a:ext uri="{FF2B5EF4-FFF2-40B4-BE49-F238E27FC236}">
                <a16:creationId xmlns:a16="http://schemas.microsoft.com/office/drawing/2014/main" id="{8A0AC520-5240-F841-706E-64691DC2D4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2885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b7689dd60a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b7689dd60a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b7689dd60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b7689dd60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4"/>
          <p:cNvGrpSpPr/>
          <p:nvPr/>
        </p:nvGrpSpPr>
        <p:grpSpPr>
          <a:xfrm rot="10800000">
            <a:off x="6342312" y="1894034"/>
            <a:ext cx="4173198" cy="4855491"/>
            <a:chOff x="6534762" y="1017734"/>
            <a:chExt cx="4173198" cy="4855491"/>
          </a:xfrm>
        </p:grpSpPr>
        <p:pic>
          <p:nvPicPr>
            <p:cNvPr id="71" name="Google Shape;71;p4"/>
            <p:cNvPicPr preferRelativeResize="0"/>
            <p:nvPr/>
          </p:nvPicPr>
          <p:blipFill rotWithShape="1">
            <a:blip r:embed="rId2">
              <a:alphaModFix amt="23000"/>
            </a:blip>
            <a:srcRect/>
            <a:stretch/>
          </p:blipFill>
          <p:spPr>
            <a:xfrm>
              <a:off x="7767262" y="1747113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4"/>
            <p:cNvPicPr preferRelativeResize="0"/>
            <p:nvPr/>
          </p:nvPicPr>
          <p:blipFill rotWithShape="1">
            <a:blip r:embed="rId2">
              <a:alphaModFix amt="49000"/>
            </a:blip>
            <a:srcRect/>
            <a:stretch/>
          </p:blipFill>
          <p:spPr>
            <a:xfrm>
              <a:off x="7713913" y="2258878"/>
              <a:ext cx="1583675" cy="1680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4"/>
            <p:cNvPicPr preferRelativeResize="0"/>
            <p:nvPr/>
          </p:nvPicPr>
          <p:blipFill>
            <a:blip r:embed="rId3">
              <a:alphaModFix amt="51000"/>
            </a:blip>
            <a:stretch>
              <a:fillRect/>
            </a:stretch>
          </p:blipFill>
          <p:spPr>
            <a:xfrm>
              <a:off x="8621360" y="1017734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4"/>
            <p:cNvPicPr preferRelativeResize="0"/>
            <p:nvPr/>
          </p:nvPicPr>
          <p:blipFill rotWithShape="1">
            <a:blip r:embed="rId4">
              <a:alphaModFix amt="20000"/>
            </a:blip>
            <a:srcRect/>
            <a:stretch/>
          </p:blipFill>
          <p:spPr>
            <a:xfrm>
              <a:off x="6744626" y="4232633"/>
              <a:ext cx="1362051" cy="1445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4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6534762" y="3659538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4"/>
            <p:cNvPicPr preferRelativeResize="0"/>
            <p:nvPr/>
          </p:nvPicPr>
          <p:blipFill>
            <a:blip r:embed="rId6">
              <a:alphaModFix amt="51000"/>
            </a:blip>
            <a:stretch>
              <a:fillRect/>
            </a:stretch>
          </p:blipFill>
          <p:spPr>
            <a:xfrm>
              <a:off x="7919649" y="2874250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4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718662" y="4232613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4"/>
          <p:cNvGrpSpPr/>
          <p:nvPr/>
        </p:nvGrpSpPr>
        <p:grpSpPr>
          <a:xfrm>
            <a:off x="4659073" y="-1097887"/>
            <a:ext cx="2923275" cy="7249275"/>
            <a:chOff x="4659073" y="-1097887"/>
            <a:chExt cx="2923275" cy="7249275"/>
          </a:xfrm>
        </p:grpSpPr>
        <p:cxnSp>
          <p:nvCxnSpPr>
            <p:cNvPr id="79" name="Google Shape;79;p4"/>
            <p:cNvCxnSpPr/>
            <p:nvPr/>
          </p:nvCxnSpPr>
          <p:spPr>
            <a:xfrm rot="10800000" flipH="1">
              <a:off x="4659073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80;p4"/>
            <p:cNvCxnSpPr/>
            <p:nvPr/>
          </p:nvCxnSpPr>
          <p:spPr>
            <a:xfrm rot="10800000" flipH="1">
              <a:off x="6039448" y="-10978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1" name="Google Shape;81;p4"/>
          <p:cNvGrpSpPr/>
          <p:nvPr/>
        </p:nvGrpSpPr>
        <p:grpSpPr>
          <a:xfrm>
            <a:off x="0" y="26873"/>
            <a:ext cx="8999071" cy="5089755"/>
            <a:chOff x="-19050" y="-111852"/>
            <a:chExt cx="8999071" cy="5089755"/>
          </a:xfrm>
        </p:grpSpPr>
        <p:pic>
          <p:nvPicPr>
            <p:cNvPr id="82" name="Google Shape;82;p4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-19050" y="334542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4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199612" y="4032323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4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331850" y="4848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4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7987275" y="-11185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4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8734237" y="4929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4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409862" y="1490701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4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331837" y="61097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4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152850" y="2557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5"/>
          <p:cNvGrpSpPr/>
          <p:nvPr/>
        </p:nvGrpSpPr>
        <p:grpSpPr>
          <a:xfrm>
            <a:off x="6534762" y="1017734"/>
            <a:ext cx="4173198" cy="4855491"/>
            <a:chOff x="6534762" y="1017734"/>
            <a:chExt cx="4173198" cy="4855491"/>
          </a:xfrm>
        </p:grpSpPr>
        <p:pic>
          <p:nvPicPr>
            <p:cNvPr id="94" name="Google Shape;94;p5"/>
            <p:cNvPicPr preferRelativeResize="0"/>
            <p:nvPr/>
          </p:nvPicPr>
          <p:blipFill rotWithShape="1">
            <a:blip r:embed="rId2">
              <a:alphaModFix amt="23000"/>
            </a:blip>
            <a:srcRect/>
            <a:stretch/>
          </p:blipFill>
          <p:spPr>
            <a:xfrm>
              <a:off x="7767262" y="1747113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5"/>
            <p:cNvPicPr preferRelativeResize="0"/>
            <p:nvPr/>
          </p:nvPicPr>
          <p:blipFill rotWithShape="1">
            <a:blip r:embed="rId2">
              <a:alphaModFix amt="49000"/>
            </a:blip>
            <a:srcRect/>
            <a:stretch/>
          </p:blipFill>
          <p:spPr>
            <a:xfrm>
              <a:off x="7713913" y="2258878"/>
              <a:ext cx="1583675" cy="1680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5"/>
            <p:cNvPicPr preferRelativeResize="0"/>
            <p:nvPr/>
          </p:nvPicPr>
          <p:blipFill>
            <a:blip r:embed="rId3">
              <a:alphaModFix amt="51000"/>
            </a:blip>
            <a:stretch>
              <a:fillRect/>
            </a:stretch>
          </p:blipFill>
          <p:spPr>
            <a:xfrm>
              <a:off x="8621360" y="1017734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5"/>
            <p:cNvPicPr preferRelativeResize="0"/>
            <p:nvPr/>
          </p:nvPicPr>
          <p:blipFill rotWithShape="1">
            <a:blip r:embed="rId4">
              <a:alphaModFix amt="20000"/>
            </a:blip>
            <a:srcRect/>
            <a:stretch/>
          </p:blipFill>
          <p:spPr>
            <a:xfrm>
              <a:off x="6744626" y="4232633"/>
              <a:ext cx="1362051" cy="1445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5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6534762" y="3659538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5"/>
            <p:cNvPicPr preferRelativeResize="0"/>
            <p:nvPr/>
          </p:nvPicPr>
          <p:blipFill>
            <a:blip r:embed="rId6">
              <a:alphaModFix amt="51000"/>
            </a:blip>
            <a:stretch>
              <a:fillRect/>
            </a:stretch>
          </p:blipFill>
          <p:spPr>
            <a:xfrm>
              <a:off x="7919649" y="2874250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5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718662" y="4232613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5"/>
          <p:cNvGrpSpPr/>
          <p:nvPr/>
        </p:nvGrpSpPr>
        <p:grpSpPr>
          <a:xfrm>
            <a:off x="3278698" y="-1193287"/>
            <a:ext cx="4798950" cy="7344675"/>
            <a:chOff x="3278698" y="-1193287"/>
            <a:chExt cx="4798950" cy="7344675"/>
          </a:xfrm>
        </p:grpSpPr>
        <p:cxnSp>
          <p:nvCxnSpPr>
            <p:cNvPr id="102" name="Google Shape;102;p5"/>
            <p:cNvCxnSpPr/>
            <p:nvPr/>
          </p:nvCxnSpPr>
          <p:spPr>
            <a:xfrm rot="10800000" flipH="1">
              <a:off x="3278698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5"/>
            <p:cNvCxnSpPr/>
            <p:nvPr/>
          </p:nvCxnSpPr>
          <p:spPr>
            <a:xfrm rot="10800000" flipH="1">
              <a:off x="6534748" y="-119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4" name="Google Shape;104;p5"/>
          <p:cNvGrpSpPr/>
          <p:nvPr/>
        </p:nvGrpSpPr>
        <p:grpSpPr>
          <a:xfrm>
            <a:off x="-231500" y="-111852"/>
            <a:ext cx="9211521" cy="5089755"/>
            <a:chOff x="-231500" y="-111852"/>
            <a:chExt cx="9211521" cy="5089755"/>
          </a:xfrm>
        </p:grpSpPr>
        <p:pic>
          <p:nvPicPr>
            <p:cNvPr id="105" name="Google Shape;105;p5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0" y="33644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5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-231500" y="4023173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5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331850" y="4848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5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7987275" y="-11185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5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8734237" y="4929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5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796337" y="1376401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5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331837" y="61097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5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152850" y="2557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5"/>
          <p:cNvSpPr txBox="1">
            <a:spLocks noGrp="1"/>
          </p:cNvSpPr>
          <p:nvPr>
            <p:ph type="subTitle" idx="1"/>
          </p:nvPr>
        </p:nvSpPr>
        <p:spPr>
          <a:xfrm>
            <a:off x="720000" y="1543045"/>
            <a:ext cx="421320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subTitle" idx="2"/>
          </p:nvPr>
        </p:nvSpPr>
        <p:spPr>
          <a:xfrm>
            <a:off x="715100" y="2986475"/>
            <a:ext cx="421320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3"/>
          </p:nvPr>
        </p:nvSpPr>
        <p:spPr>
          <a:xfrm>
            <a:off x="720000" y="1921013"/>
            <a:ext cx="42132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4"/>
          </p:nvPr>
        </p:nvSpPr>
        <p:spPr>
          <a:xfrm>
            <a:off x="715105" y="3364475"/>
            <a:ext cx="42132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"/>
          <p:cNvSpPr>
            <a:spLocks noGrp="1"/>
          </p:cNvSpPr>
          <p:nvPr>
            <p:ph type="pic" idx="5"/>
          </p:nvPr>
        </p:nvSpPr>
        <p:spPr>
          <a:xfrm>
            <a:off x="5730700" y="1509200"/>
            <a:ext cx="2698200" cy="2698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7"/>
          <p:cNvGrpSpPr/>
          <p:nvPr/>
        </p:nvGrpSpPr>
        <p:grpSpPr>
          <a:xfrm>
            <a:off x="-1169151" y="-1614726"/>
            <a:ext cx="12098277" cy="7868301"/>
            <a:chOff x="-1169151" y="-1614726"/>
            <a:chExt cx="12098277" cy="7868301"/>
          </a:xfrm>
        </p:grpSpPr>
        <p:grpSp>
          <p:nvGrpSpPr>
            <p:cNvPr id="141" name="Google Shape;141;p7"/>
            <p:cNvGrpSpPr/>
            <p:nvPr/>
          </p:nvGrpSpPr>
          <p:grpSpPr>
            <a:xfrm rot="10800000" flipH="1">
              <a:off x="-1169151" y="1356909"/>
              <a:ext cx="3237750" cy="4896666"/>
              <a:chOff x="-826876" y="-1542741"/>
              <a:chExt cx="3237750" cy="4896666"/>
            </a:xfrm>
          </p:grpSpPr>
          <p:pic>
            <p:nvPicPr>
              <p:cNvPr id="142" name="Google Shape;142;p7"/>
              <p:cNvPicPr preferRelativeResize="0"/>
              <p:nvPr/>
            </p:nvPicPr>
            <p:blipFill rotWithShape="1">
              <a:blip r:embed="rId2">
                <a:alphaModFix amt="20000"/>
              </a:blip>
              <a:srcRect/>
              <a:stretch/>
            </p:blipFill>
            <p:spPr>
              <a:xfrm>
                <a:off x="455301" y="139971"/>
                <a:ext cx="1362051" cy="14450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3" name="Google Shape;143;p7"/>
              <p:cNvPicPr preferRelativeResize="0"/>
              <p:nvPr/>
            </p:nvPicPr>
            <p:blipFill>
              <a:blip r:embed="rId3">
                <a:alphaModFix amt="51000"/>
              </a:blip>
              <a:stretch>
                <a:fillRect/>
              </a:stretch>
            </p:blipFill>
            <p:spPr>
              <a:xfrm>
                <a:off x="93022" y="-1542741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4" name="Google Shape;144;p7"/>
              <p:cNvPicPr preferRelativeResize="0"/>
              <p:nvPr/>
            </p:nvPicPr>
            <p:blipFill rotWithShape="1">
              <a:blip r:embed="rId4">
                <a:alphaModFix amt="50000"/>
              </a:blip>
              <a:srcRect/>
              <a:stretch/>
            </p:blipFill>
            <p:spPr>
              <a:xfrm>
                <a:off x="14074" y="-628700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5" name="Google Shape;145;p7"/>
              <p:cNvPicPr preferRelativeResize="0"/>
              <p:nvPr/>
            </p:nvPicPr>
            <p:blipFill>
              <a:blip r:embed="rId5">
                <a:alphaModFix amt="51000"/>
              </a:blip>
              <a:stretch>
                <a:fillRect/>
              </a:stretch>
            </p:blipFill>
            <p:spPr>
              <a:xfrm>
                <a:off x="-826876" y="1140238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6" name="Google Shape;146;p7"/>
              <p:cNvPicPr preferRelativeResize="0"/>
              <p:nvPr/>
            </p:nvPicPr>
            <p:blipFill rotWithShape="1">
              <a:blip r:embed="rId6">
                <a:alphaModFix amt="50000"/>
              </a:blip>
              <a:srcRect/>
              <a:stretch/>
            </p:blipFill>
            <p:spPr>
              <a:xfrm>
                <a:off x="-411625" y="1334900"/>
                <a:ext cx="976201" cy="10356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7" name="Google Shape;147;p7"/>
              <p:cNvPicPr preferRelativeResize="0"/>
              <p:nvPr/>
            </p:nvPicPr>
            <p:blipFill rotWithShape="1">
              <a:blip r:embed="rId2">
                <a:alphaModFix amt="51000"/>
              </a:blip>
              <a:srcRect/>
              <a:stretch/>
            </p:blipFill>
            <p:spPr>
              <a:xfrm>
                <a:off x="1922300" y="-156837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8" name="Google Shape;148;p7"/>
            <p:cNvGrpSpPr/>
            <p:nvPr/>
          </p:nvGrpSpPr>
          <p:grpSpPr>
            <a:xfrm>
              <a:off x="7143799" y="-1614726"/>
              <a:ext cx="3785326" cy="4023374"/>
              <a:chOff x="7143799" y="-1614726"/>
              <a:chExt cx="3785326" cy="4023374"/>
            </a:xfrm>
          </p:grpSpPr>
          <p:pic>
            <p:nvPicPr>
              <p:cNvPr id="149" name="Google Shape;149;p7"/>
              <p:cNvPicPr preferRelativeResize="0"/>
              <p:nvPr/>
            </p:nvPicPr>
            <p:blipFill rotWithShape="1">
              <a:blip r:embed="rId5">
                <a:alphaModFix amt="40000"/>
              </a:blip>
              <a:srcRect/>
              <a:stretch/>
            </p:blipFill>
            <p:spPr>
              <a:xfrm flipH="1">
                <a:off x="7143799" y="-1614726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0" name="Google Shape;150;p7"/>
              <p:cNvPicPr preferRelativeResize="0"/>
              <p:nvPr/>
            </p:nvPicPr>
            <p:blipFill rotWithShape="1">
              <a:blip r:embed="rId5">
                <a:alphaModFix amt="50000"/>
              </a:blip>
              <a:srcRect/>
              <a:stretch/>
            </p:blipFill>
            <p:spPr>
              <a:xfrm flipH="1">
                <a:off x="7914774" y="-162614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1" name="Google Shape;151;p7"/>
              <p:cNvPicPr preferRelativeResize="0"/>
              <p:nvPr/>
            </p:nvPicPr>
            <p:blipFill rotWithShape="1">
              <a:blip r:embed="rId4">
                <a:alphaModFix amt="50000"/>
              </a:blip>
              <a:srcRect/>
              <a:stretch/>
            </p:blipFill>
            <p:spPr>
              <a:xfrm flipH="1">
                <a:off x="8822374" y="173599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" name="Google Shape;152;p7"/>
              <p:cNvPicPr preferRelativeResize="0"/>
              <p:nvPr/>
            </p:nvPicPr>
            <p:blipFill rotWithShape="1">
              <a:blip r:embed="rId2">
                <a:alphaModFix amt="51000"/>
              </a:blip>
              <a:srcRect/>
              <a:stretch/>
            </p:blipFill>
            <p:spPr>
              <a:xfrm flipH="1">
                <a:off x="8723863" y="1174538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" name="Google Shape;153;p7"/>
              <p:cNvPicPr preferRelativeResize="0"/>
              <p:nvPr/>
            </p:nvPicPr>
            <p:blipFill rotWithShape="1">
              <a:blip r:embed="rId6">
                <a:alphaModFix amt="20000"/>
              </a:blip>
              <a:srcRect/>
              <a:stretch/>
            </p:blipFill>
            <p:spPr>
              <a:xfrm flipH="1">
                <a:off x="8428898" y="738505"/>
                <a:ext cx="1310596" cy="1390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4" name="Google Shape;154;p7"/>
          <p:cNvGrpSpPr/>
          <p:nvPr/>
        </p:nvGrpSpPr>
        <p:grpSpPr>
          <a:xfrm>
            <a:off x="2796611" y="-1007912"/>
            <a:ext cx="3225400" cy="7159300"/>
            <a:chOff x="2796611" y="-1007912"/>
            <a:chExt cx="3225400" cy="7159300"/>
          </a:xfrm>
        </p:grpSpPr>
        <p:cxnSp>
          <p:nvCxnSpPr>
            <p:cNvPr id="155" name="Google Shape;155;p7"/>
            <p:cNvCxnSpPr/>
            <p:nvPr/>
          </p:nvCxnSpPr>
          <p:spPr>
            <a:xfrm rot="10800000">
              <a:off x="2796611" y="-1007912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" name="Google Shape;156;p7"/>
            <p:cNvCxnSpPr/>
            <p:nvPr/>
          </p:nvCxnSpPr>
          <p:spPr>
            <a:xfrm rot="10800000">
              <a:off x="4479111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7" name="Google Shape;157;p7"/>
          <p:cNvGrpSpPr/>
          <p:nvPr/>
        </p:nvGrpSpPr>
        <p:grpSpPr>
          <a:xfrm>
            <a:off x="305250" y="334576"/>
            <a:ext cx="8634825" cy="4572260"/>
            <a:chOff x="305250" y="334576"/>
            <a:chExt cx="8634825" cy="4572260"/>
          </a:xfrm>
        </p:grpSpPr>
        <p:pic>
          <p:nvPicPr>
            <p:cNvPr id="158" name="Google Shape;158;p7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305250" y="6367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7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513775" y="33457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7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8432512" y="4497335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7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8818500" y="3996151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7"/>
          <p:cNvSpPr txBox="1">
            <a:spLocks noGrp="1"/>
          </p:cNvSpPr>
          <p:nvPr>
            <p:ph type="title"/>
          </p:nvPr>
        </p:nvSpPr>
        <p:spPr>
          <a:xfrm>
            <a:off x="4479100" y="1147350"/>
            <a:ext cx="394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7"/>
          <p:cNvSpPr txBox="1">
            <a:spLocks noGrp="1"/>
          </p:cNvSpPr>
          <p:nvPr>
            <p:ph type="body" idx="1"/>
          </p:nvPr>
        </p:nvSpPr>
        <p:spPr>
          <a:xfrm>
            <a:off x="4479100" y="1720050"/>
            <a:ext cx="3949800" cy="22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 Light"/>
              <a:buChar char="■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7"/>
          <p:cNvSpPr>
            <a:spLocks noGrp="1"/>
          </p:cNvSpPr>
          <p:nvPr>
            <p:ph type="pic" idx="2"/>
          </p:nvPr>
        </p:nvSpPr>
        <p:spPr>
          <a:xfrm>
            <a:off x="715100" y="936150"/>
            <a:ext cx="3271200" cy="3271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8"/>
          <p:cNvGrpSpPr/>
          <p:nvPr/>
        </p:nvGrpSpPr>
        <p:grpSpPr>
          <a:xfrm flipH="1">
            <a:off x="-472715" y="-1043287"/>
            <a:ext cx="8134900" cy="7194675"/>
            <a:chOff x="1963548" y="-1043287"/>
            <a:chExt cx="8134900" cy="7194675"/>
          </a:xfrm>
        </p:grpSpPr>
        <p:cxnSp>
          <p:nvCxnSpPr>
            <p:cNvPr id="167" name="Google Shape;167;p8"/>
            <p:cNvCxnSpPr/>
            <p:nvPr/>
          </p:nvCxnSpPr>
          <p:spPr>
            <a:xfrm rot="10800000" flipH="1">
              <a:off x="4821798" y="-104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" name="Google Shape;168;p8"/>
            <p:cNvCxnSpPr/>
            <p:nvPr/>
          </p:nvCxnSpPr>
          <p:spPr>
            <a:xfrm rot="10800000" flipH="1">
              <a:off x="8555548" y="1080113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10800000" flipH="1">
              <a:off x="1963548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0" name="Google Shape;170;p8"/>
          <p:cNvGrpSpPr/>
          <p:nvPr/>
        </p:nvGrpSpPr>
        <p:grpSpPr>
          <a:xfrm flipH="1">
            <a:off x="-1016413" y="-1678687"/>
            <a:ext cx="11435235" cy="8249333"/>
            <a:chOff x="-793088" y="-1678687"/>
            <a:chExt cx="11435235" cy="8249333"/>
          </a:xfrm>
        </p:grpSpPr>
        <p:grpSp>
          <p:nvGrpSpPr>
            <p:cNvPr id="171" name="Google Shape;171;p8"/>
            <p:cNvGrpSpPr/>
            <p:nvPr/>
          </p:nvGrpSpPr>
          <p:grpSpPr>
            <a:xfrm>
              <a:off x="-793088" y="-1678687"/>
              <a:ext cx="4299537" cy="4396378"/>
              <a:chOff x="-793088" y="-1678687"/>
              <a:chExt cx="4299537" cy="4396378"/>
            </a:xfrm>
          </p:grpSpPr>
          <p:pic>
            <p:nvPicPr>
              <p:cNvPr id="172" name="Google Shape;172;p8"/>
              <p:cNvPicPr preferRelativeResize="0"/>
              <p:nvPr/>
            </p:nvPicPr>
            <p:blipFill rotWithShape="1">
              <a:blip r:embed="rId2">
                <a:alphaModFix amt="20000"/>
              </a:blip>
              <a:srcRect/>
              <a:stretch/>
            </p:blipFill>
            <p:spPr>
              <a:xfrm>
                <a:off x="-234200" y="1209916"/>
                <a:ext cx="1421225" cy="15077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3" name="Google Shape;173;p8"/>
              <p:cNvPicPr preferRelativeResize="0"/>
              <p:nvPr/>
            </p:nvPicPr>
            <p:blipFill rotWithShape="1">
              <a:blip r:embed="rId3">
                <a:alphaModFix amt="50000"/>
              </a:blip>
              <a:srcRect/>
              <a:stretch/>
            </p:blipFill>
            <p:spPr>
              <a:xfrm>
                <a:off x="1419849" y="-1678687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4" name="Google Shape;174;p8"/>
              <p:cNvPicPr preferRelativeResize="0"/>
              <p:nvPr/>
            </p:nvPicPr>
            <p:blipFill>
              <a:blip r:embed="rId4">
                <a:alphaModFix amt="51000"/>
              </a:blip>
              <a:stretch>
                <a:fillRect/>
              </a:stretch>
            </p:blipFill>
            <p:spPr>
              <a:xfrm>
                <a:off x="-169553" y="-1277541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5" name="Google Shape;175;p8"/>
              <p:cNvPicPr preferRelativeResize="0"/>
              <p:nvPr/>
            </p:nvPicPr>
            <p:blipFill rotWithShape="1">
              <a:blip r:embed="rId3">
                <a:alphaModFix amt="50000"/>
              </a:blip>
              <a:srcRect/>
              <a:stretch/>
            </p:blipFill>
            <p:spPr>
              <a:xfrm>
                <a:off x="-793088" y="167575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6" name="Google Shape;176;p8"/>
              <p:cNvPicPr preferRelativeResize="0"/>
              <p:nvPr/>
            </p:nvPicPr>
            <p:blipFill rotWithShape="1">
              <a:blip r:embed="rId5">
                <a:alphaModFix amt="50000"/>
              </a:blip>
              <a:srcRect/>
              <a:stretch/>
            </p:blipFill>
            <p:spPr>
              <a:xfrm>
                <a:off x="-234200" y="-492798"/>
                <a:ext cx="968818" cy="10278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" name="Google Shape;177;p8"/>
              <p:cNvPicPr preferRelativeResize="0"/>
              <p:nvPr/>
            </p:nvPicPr>
            <p:blipFill rotWithShape="1">
              <a:blip r:embed="rId6">
                <a:alphaModFix amt="51000"/>
              </a:blip>
              <a:srcRect/>
              <a:stretch/>
            </p:blipFill>
            <p:spPr>
              <a:xfrm>
                <a:off x="1917050" y="275837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8" name="Google Shape;178;p8"/>
            <p:cNvGrpSpPr/>
            <p:nvPr/>
          </p:nvGrpSpPr>
          <p:grpSpPr>
            <a:xfrm>
              <a:off x="6709724" y="2264434"/>
              <a:ext cx="3932423" cy="4306212"/>
              <a:chOff x="6709724" y="2264434"/>
              <a:chExt cx="3932423" cy="4306212"/>
            </a:xfrm>
          </p:grpSpPr>
          <p:pic>
            <p:nvPicPr>
              <p:cNvPr id="179" name="Google Shape;179;p8"/>
              <p:cNvPicPr preferRelativeResize="0"/>
              <p:nvPr/>
            </p:nvPicPr>
            <p:blipFill rotWithShape="1">
              <a:blip r:embed="rId5">
                <a:alphaModFix amt="20000"/>
              </a:blip>
              <a:srcRect/>
              <a:stretch/>
            </p:blipFill>
            <p:spPr>
              <a:xfrm>
                <a:off x="8428900" y="3150012"/>
                <a:ext cx="1374776" cy="1458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" name="Google Shape;180;p8"/>
              <p:cNvPicPr preferRelativeResize="0"/>
              <p:nvPr/>
            </p:nvPicPr>
            <p:blipFill>
              <a:blip r:embed="rId4">
                <a:alphaModFix amt="51000"/>
              </a:blip>
              <a:stretch>
                <a:fillRect/>
              </a:stretch>
            </p:blipFill>
            <p:spPr>
              <a:xfrm>
                <a:off x="8555547" y="2264434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1" name="Google Shape;181;p8"/>
              <p:cNvPicPr preferRelativeResize="0"/>
              <p:nvPr/>
            </p:nvPicPr>
            <p:blipFill>
              <a:blip r:embed="rId4">
                <a:alphaModFix amt="51000"/>
              </a:blip>
              <a:stretch>
                <a:fillRect/>
              </a:stretch>
            </p:blipFill>
            <p:spPr>
              <a:xfrm>
                <a:off x="7385597" y="4356959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" name="Google Shape;182;p8"/>
              <p:cNvPicPr preferRelativeResize="0"/>
              <p:nvPr/>
            </p:nvPicPr>
            <p:blipFill rotWithShape="1">
              <a:blip r:embed="rId3">
                <a:alphaModFix amt="50000"/>
              </a:blip>
              <a:srcRect/>
              <a:stretch/>
            </p:blipFill>
            <p:spPr>
              <a:xfrm>
                <a:off x="6709724" y="4207338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3" name="Google Shape;183;p8"/>
              <p:cNvPicPr preferRelativeResize="0"/>
              <p:nvPr/>
            </p:nvPicPr>
            <p:blipFill rotWithShape="1">
              <a:blip r:embed="rId6">
                <a:alphaModFix amt="51000"/>
              </a:blip>
              <a:srcRect/>
              <a:stretch/>
            </p:blipFill>
            <p:spPr>
              <a:xfrm>
                <a:off x="8066057" y="3933679"/>
                <a:ext cx="725686" cy="769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4" name="Google Shape;184;p8"/>
          <p:cNvGrpSpPr/>
          <p:nvPr/>
        </p:nvGrpSpPr>
        <p:grpSpPr>
          <a:xfrm flipH="1">
            <a:off x="707821" y="-2"/>
            <a:ext cx="8728500" cy="4998227"/>
            <a:chOff x="189412" y="-2"/>
            <a:chExt cx="8728500" cy="4998227"/>
          </a:xfrm>
        </p:grpSpPr>
        <p:pic>
          <p:nvPicPr>
            <p:cNvPr id="185" name="Google Shape;185;p8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7680050" y="-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8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8428912" y="2923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8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8796337" y="1209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8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353525" y="4478123"/>
              <a:ext cx="386000" cy="4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8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189412" y="41051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8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6463937" y="46085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8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6197437" y="4869248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>
            <a:spLocks noGrp="1"/>
          </p:cNvSpPr>
          <p:nvPr>
            <p:ph type="title"/>
          </p:nvPr>
        </p:nvSpPr>
        <p:spPr>
          <a:xfrm>
            <a:off x="715100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5" name="Google Shape;195;p9"/>
          <p:cNvSpPr txBox="1">
            <a:spLocks noGrp="1"/>
          </p:cNvSpPr>
          <p:nvPr>
            <p:ph type="subTitle" idx="1"/>
          </p:nvPr>
        </p:nvSpPr>
        <p:spPr>
          <a:xfrm>
            <a:off x="715150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96" name="Google Shape;196;p9"/>
          <p:cNvGrpSpPr/>
          <p:nvPr/>
        </p:nvGrpSpPr>
        <p:grpSpPr>
          <a:xfrm rot="10800000" flipH="1">
            <a:off x="6534762" y="-915124"/>
            <a:ext cx="4173198" cy="4855491"/>
            <a:chOff x="6534762" y="1017734"/>
            <a:chExt cx="4173198" cy="4855491"/>
          </a:xfrm>
        </p:grpSpPr>
        <p:pic>
          <p:nvPicPr>
            <p:cNvPr id="197" name="Google Shape;197;p9"/>
            <p:cNvPicPr preferRelativeResize="0"/>
            <p:nvPr/>
          </p:nvPicPr>
          <p:blipFill rotWithShape="1">
            <a:blip r:embed="rId2">
              <a:alphaModFix amt="23000"/>
            </a:blip>
            <a:srcRect/>
            <a:stretch/>
          </p:blipFill>
          <p:spPr>
            <a:xfrm>
              <a:off x="7767262" y="1747113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9"/>
            <p:cNvPicPr preferRelativeResize="0"/>
            <p:nvPr/>
          </p:nvPicPr>
          <p:blipFill rotWithShape="1">
            <a:blip r:embed="rId2">
              <a:alphaModFix amt="49000"/>
            </a:blip>
            <a:srcRect/>
            <a:stretch/>
          </p:blipFill>
          <p:spPr>
            <a:xfrm>
              <a:off x="7713913" y="2258878"/>
              <a:ext cx="1583675" cy="1680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9"/>
            <p:cNvPicPr preferRelativeResize="0"/>
            <p:nvPr/>
          </p:nvPicPr>
          <p:blipFill>
            <a:blip r:embed="rId3">
              <a:alphaModFix amt="51000"/>
            </a:blip>
            <a:stretch>
              <a:fillRect/>
            </a:stretch>
          </p:blipFill>
          <p:spPr>
            <a:xfrm>
              <a:off x="8621360" y="1017734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9"/>
            <p:cNvPicPr preferRelativeResize="0"/>
            <p:nvPr/>
          </p:nvPicPr>
          <p:blipFill rotWithShape="1">
            <a:blip r:embed="rId4">
              <a:alphaModFix amt="20000"/>
            </a:blip>
            <a:srcRect/>
            <a:stretch/>
          </p:blipFill>
          <p:spPr>
            <a:xfrm>
              <a:off x="6744626" y="4232633"/>
              <a:ext cx="1362051" cy="1445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9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6534762" y="3659538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9"/>
            <p:cNvPicPr preferRelativeResize="0"/>
            <p:nvPr/>
          </p:nvPicPr>
          <p:blipFill>
            <a:blip r:embed="rId6">
              <a:alphaModFix amt="51000"/>
            </a:blip>
            <a:stretch>
              <a:fillRect/>
            </a:stretch>
          </p:blipFill>
          <p:spPr>
            <a:xfrm>
              <a:off x="7919649" y="2874250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9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718662" y="4232613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9"/>
          <p:cNvGrpSpPr/>
          <p:nvPr/>
        </p:nvGrpSpPr>
        <p:grpSpPr>
          <a:xfrm rot="10800000" flipH="1">
            <a:off x="3278698" y="-1193287"/>
            <a:ext cx="4798950" cy="7344675"/>
            <a:chOff x="3278698" y="-1193287"/>
            <a:chExt cx="4798950" cy="7344675"/>
          </a:xfrm>
        </p:grpSpPr>
        <p:cxnSp>
          <p:nvCxnSpPr>
            <p:cNvPr id="205" name="Google Shape;205;p9"/>
            <p:cNvCxnSpPr/>
            <p:nvPr/>
          </p:nvCxnSpPr>
          <p:spPr>
            <a:xfrm rot="10800000" flipH="1">
              <a:off x="3278698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9"/>
            <p:cNvCxnSpPr/>
            <p:nvPr/>
          </p:nvCxnSpPr>
          <p:spPr>
            <a:xfrm rot="10800000" flipH="1">
              <a:off x="6534748" y="-119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7" name="Google Shape;207;p9"/>
          <p:cNvGrpSpPr/>
          <p:nvPr/>
        </p:nvGrpSpPr>
        <p:grpSpPr>
          <a:xfrm rot="10800000" flipH="1">
            <a:off x="-231500" y="-19802"/>
            <a:ext cx="9211521" cy="5089755"/>
            <a:chOff x="-231500" y="-111852"/>
            <a:chExt cx="9211521" cy="5089755"/>
          </a:xfrm>
        </p:grpSpPr>
        <p:pic>
          <p:nvPicPr>
            <p:cNvPr id="208" name="Google Shape;208;p9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0" y="33644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9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-231500" y="4023173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9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331850" y="4848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9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7987275" y="-11185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9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8734237" y="4929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9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796337" y="1376401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9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331837" y="61097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9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152850" y="2557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16"/>
          <p:cNvGrpSpPr/>
          <p:nvPr/>
        </p:nvGrpSpPr>
        <p:grpSpPr>
          <a:xfrm flipH="1">
            <a:off x="-611828" y="-1542741"/>
            <a:ext cx="10670722" cy="7515391"/>
            <a:chOff x="-299" y="-1542741"/>
            <a:chExt cx="10670722" cy="7515391"/>
          </a:xfrm>
        </p:grpSpPr>
        <p:pic>
          <p:nvPicPr>
            <p:cNvPr id="334" name="Google Shape;334;p16"/>
            <p:cNvPicPr preferRelativeResize="0"/>
            <p:nvPr/>
          </p:nvPicPr>
          <p:blipFill rotWithShape="1">
            <a:blip r:embed="rId2">
              <a:alphaModFix amt="20000"/>
            </a:blip>
            <a:srcRect/>
            <a:stretch/>
          </p:blipFill>
          <p:spPr>
            <a:xfrm>
              <a:off x="-299" y="470546"/>
              <a:ext cx="1362051" cy="1445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16"/>
            <p:cNvPicPr preferRelativeResize="0"/>
            <p:nvPr/>
          </p:nvPicPr>
          <p:blipFill>
            <a:blip r:embed="rId3">
              <a:alphaModFix amt="51000"/>
            </a:blip>
            <a:stretch>
              <a:fillRect/>
            </a:stretch>
          </p:blipFill>
          <p:spPr>
            <a:xfrm>
              <a:off x="93022" y="-1542741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16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-1" y="-840225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16"/>
            <p:cNvPicPr preferRelativeResize="0"/>
            <p:nvPr/>
          </p:nvPicPr>
          <p:blipFill>
            <a:blip r:embed="rId5">
              <a:alphaModFix amt="51000"/>
            </a:blip>
            <a:stretch>
              <a:fillRect/>
            </a:stretch>
          </p:blipFill>
          <p:spPr>
            <a:xfrm>
              <a:off x="8583824" y="3758963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16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9560100" y="4608500"/>
              <a:ext cx="976201" cy="10356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16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1598025" y="-73300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16"/>
          <p:cNvGrpSpPr/>
          <p:nvPr/>
        </p:nvGrpSpPr>
        <p:grpSpPr>
          <a:xfrm rot="10800000" flipH="1">
            <a:off x="189412" y="110579"/>
            <a:ext cx="8728500" cy="4887645"/>
            <a:chOff x="189412" y="-2"/>
            <a:chExt cx="8728500" cy="4887645"/>
          </a:xfrm>
        </p:grpSpPr>
        <p:pic>
          <p:nvPicPr>
            <p:cNvPr id="341" name="Google Shape;341;p16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7680050" y="-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16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8428912" y="2923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16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8796337" y="1209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16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353525" y="4478123"/>
              <a:ext cx="386000" cy="4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16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189412" y="41051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6" name="Google Shape;346;p16"/>
          <p:cNvGrpSpPr/>
          <p:nvPr/>
        </p:nvGrpSpPr>
        <p:grpSpPr>
          <a:xfrm>
            <a:off x="4053911" y="-1007912"/>
            <a:ext cx="2914500" cy="7159300"/>
            <a:chOff x="4053911" y="-1007912"/>
            <a:chExt cx="2914500" cy="7159300"/>
          </a:xfrm>
        </p:grpSpPr>
        <p:cxnSp>
          <p:nvCxnSpPr>
            <p:cNvPr id="347" name="Google Shape;347;p16"/>
            <p:cNvCxnSpPr/>
            <p:nvPr/>
          </p:nvCxnSpPr>
          <p:spPr>
            <a:xfrm rot="10800000">
              <a:off x="5425511" y="-1007912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" name="Google Shape;348;p16"/>
            <p:cNvCxnSpPr/>
            <p:nvPr/>
          </p:nvCxnSpPr>
          <p:spPr>
            <a:xfrm rot="10800000">
              <a:off x="4053911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9" name="Google Shape;349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16"/>
          <p:cNvSpPr txBox="1">
            <a:spLocks noGrp="1"/>
          </p:cNvSpPr>
          <p:nvPr>
            <p:ph type="subTitle" idx="1"/>
          </p:nvPr>
        </p:nvSpPr>
        <p:spPr>
          <a:xfrm>
            <a:off x="720000" y="1709700"/>
            <a:ext cx="2391000" cy="7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1" name="Google Shape;351;p16"/>
          <p:cNvSpPr txBox="1">
            <a:spLocks noGrp="1"/>
          </p:cNvSpPr>
          <p:nvPr>
            <p:ph type="subTitle" idx="2"/>
          </p:nvPr>
        </p:nvSpPr>
        <p:spPr>
          <a:xfrm>
            <a:off x="720000" y="2426375"/>
            <a:ext cx="23910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6"/>
          <p:cNvSpPr txBox="1">
            <a:spLocks noGrp="1"/>
          </p:cNvSpPr>
          <p:nvPr>
            <p:ph type="subTitle" idx="3"/>
          </p:nvPr>
        </p:nvSpPr>
        <p:spPr>
          <a:xfrm>
            <a:off x="3378955" y="2426375"/>
            <a:ext cx="23910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16"/>
          <p:cNvSpPr txBox="1">
            <a:spLocks noGrp="1"/>
          </p:cNvSpPr>
          <p:nvPr>
            <p:ph type="subTitle" idx="4"/>
          </p:nvPr>
        </p:nvSpPr>
        <p:spPr>
          <a:xfrm>
            <a:off x="6037912" y="2426375"/>
            <a:ext cx="23910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16"/>
          <p:cNvSpPr txBox="1">
            <a:spLocks noGrp="1"/>
          </p:cNvSpPr>
          <p:nvPr>
            <p:ph type="subTitle" idx="5"/>
          </p:nvPr>
        </p:nvSpPr>
        <p:spPr>
          <a:xfrm>
            <a:off x="3378955" y="1709700"/>
            <a:ext cx="2391000" cy="7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5" name="Google Shape;355;p16"/>
          <p:cNvSpPr txBox="1">
            <a:spLocks noGrp="1"/>
          </p:cNvSpPr>
          <p:nvPr>
            <p:ph type="subTitle" idx="6"/>
          </p:nvPr>
        </p:nvSpPr>
        <p:spPr>
          <a:xfrm>
            <a:off x="6037912" y="1709700"/>
            <a:ext cx="2391000" cy="7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19"/>
          <p:cNvGrpSpPr/>
          <p:nvPr/>
        </p:nvGrpSpPr>
        <p:grpSpPr>
          <a:xfrm>
            <a:off x="7261224" y="-1068914"/>
            <a:ext cx="3569401" cy="3385644"/>
            <a:chOff x="7261224" y="-1068914"/>
            <a:chExt cx="3569401" cy="3385644"/>
          </a:xfrm>
        </p:grpSpPr>
        <p:pic>
          <p:nvPicPr>
            <p:cNvPr id="414" name="Google Shape;414;p19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 flipH="1">
              <a:off x="7261224" y="-1068914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19"/>
            <p:cNvPicPr preferRelativeResize="0"/>
            <p:nvPr/>
          </p:nvPicPr>
          <p:blipFill rotWithShape="1">
            <a:blip r:embed="rId3">
              <a:alphaModFix amt="50000"/>
            </a:blip>
            <a:srcRect/>
            <a:stretch/>
          </p:blipFill>
          <p:spPr>
            <a:xfrm flipH="1">
              <a:off x="8723874" y="-226451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19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 flipH="1">
              <a:off x="8723863" y="1174538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7" name="Google Shape;417;p19"/>
            <p:cNvPicPr preferRelativeResize="0"/>
            <p:nvPr/>
          </p:nvPicPr>
          <p:blipFill rotWithShape="1">
            <a:blip r:embed="rId5">
              <a:alphaModFix amt="20000"/>
            </a:blip>
            <a:srcRect/>
            <a:stretch/>
          </p:blipFill>
          <p:spPr>
            <a:xfrm flipH="1">
              <a:off x="8447773" y="926330"/>
              <a:ext cx="1310596" cy="139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8" name="Google Shape;418;p19"/>
          <p:cNvGrpSpPr/>
          <p:nvPr/>
        </p:nvGrpSpPr>
        <p:grpSpPr>
          <a:xfrm>
            <a:off x="-231500" y="3364477"/>
            <a:ext cx="684925" cy="1613425"/>
            <a:chOff x="-231500" y="3364477"/>
            <a:chExt cx="684925" cy="1613425"/>
          </a:xfrm>
        </p:grpSpPr>
        <p:pic>
          <p:nvPicPr>
            <p:cNvPr id="419" name="Google Shape;419;p19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0" y="33644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0" name="Google Shape;420;p19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-231500" y="4023173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19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331850" y="4848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2" name="Google Shape;422;p19"/>
          <p:cNvGrpSpPr/>
          <p:nvPr/>
        </p:nvGrpSpPr>
        <p:grpSpPr>
          <a:xfrm>
            <a:off x="2796611" y="-1007912"/>
            <a:ext cx="3225400" cy="7159300"/>
            <a:chOff x="2796611" y="-1007912"/>
            <a:chExt cx="3225400" cy="7159300"/>
          </a:xfrm>
        </p:grpSpPr>
        <p:cxnSp>
          <p:nvCxnSpPr>
            <p:cNvPr id="423" name="Google Shape;423;p19"/>
            <p:cNvCxnSpPr/>
            <p:nvPr/>
          </p:nvCxnSpPr>
          <p:spPr>
            <a:xfrm rot="10800000">
              <a:off x="2796611" y="-1007912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4" name="Google Shape;424;p19"/>
            <p:cNvCxnSpPr/>
            <p:nvPr/>
          </p:nvCxnSpPr>
          <p:spPr>
            <a:xfrm rot="10800000">
              <a:off x="4479111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25" name="Google Shape;42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19"/>
          <p:cNvSpPr txBox="1">
            <a:spLocks noGrp="1"/>
          </p:cNvSpPr>
          <p:nvPr>
            <p:ph type="subTitle" idx="1"/>
          </p:nvPr>
        </p:nvSpPr>
        <p:spPr>
          <a:xfrm>
            <a:off x="725143" y="1811513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19"/>
          <p:cNvSpPr txBox="1">
            <a:spLocks noGrp="1"/>
          </p:cNvSpPr>
          <p:nvPr>
            <p:ph type="subTitle" idx="2"/>
          </p:nvPr>
        </p:nvSpPr>
        <p:spPr>
          <a:xfrm>
            <a:off x="3342150" y="1811525"/>
            <a:ext cx="24597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19"/>
          <p:cNvSpPr txBox="1">
            <a:spLocks noGrp="1"/>
          </p:cNvSpPr>
          <p:nvPr>
            <p:ph type="subTitle" idx="3"/>
          </p:nvPr>
        </p:nvSpPr>
        <p:spPr>
          <a:xfrm>
            <a:off x="5959741" y="1811525"/>
            <a:ext cx="24597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19"/>
          <p:cNvSpPr txBox="1">
            <a:spLocks noGrp="1"/>
          </p:cNvSpPr>
          <p:nvPr>
            <p:ph type="subTitle" idx="4"/>
          </p:nvPr>
        </p:nvSpPr>
        <p:spPr>
          <a:xfrm>
            <a:off x="725143" y="3512625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19"/>
          <p:cNvSpPr txBox="1">
            <a:spLocks noGrp="1"/>
          </p:cNvSpPr>
          <p:nvPr>
            <p:ph type="subTitle" idx="5"/>
          </p:nvPr>
        </p:nvSpPr>
        <p:spPr>
          <a:xfrm>
            <a:off x="3342450" y="3512625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19"/>
          <p:cNvSpPr txBox="1">
            <a:spLocks noGrp="1"/>
          </p:cNvSpPr>
          <p:nvPr>
            <p:ph type="subTitle" idx="6"/>
          </p:nvPr>
        </p:nvSpPr>
        <p:spPr>
          <a:xfrm>
            <a:off x="5962591" y="3512625"/>
            <a:ext cx="24540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19"/>
          <p:cNvSpPr txBox="1">
            <a:spLocks noGrp="1"/>
          </p:cNvSpPr>
          <p:nvPr>
            <p:ph type="subTitle" idx="7"/>
          </p:nvPr>
        </p:nvSpPr>
        <p:spPr>
          <a:xfrm>
            <a:off x="720000" y="13528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33" name="Google Shape;433;p19"/>
          <p:cNvSpPr txBox="1">
            <a:spLocks noGrp="1"/>
          </p:cNvSpPr>
          <p:nvPr>
            <p:ph type="subTitle" idx="8"/>
          </p:nvPr>
        </p:nvSpPr>
        <p:spPr>
          <a:xfrm>
            <a:off x="3342450" y="13528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34" name="Google Shape;434;p19"/>
          <p:cNvSpPr txBox="1">
            <a:spLocks noGrp="1"/>
          </p:cNvSpPr>
          <p:nvPr>
            <p:ph type="subTitle" idx="9"/>
          </p:nvPr>
        </p:nvSpPr>
        <p:spPr>
          <a:xfrm>
            <a:off x="5959741" y="1352875"/>
            <a:ext cx="24597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35" name="Google Shape;435;p19"/>
          <p:cNvSpPr txBox="1">
            <a:spLocks noGrp="1"/>
          </p:cNvSpPr>
          <p:nvPr>
            <p:ph type="subTitle" idx="13"/>
          </p:nvPr>
        </p:nvSpPr>
        <p:spPr>
          <a:xfrm>
            <a:off x="720344" y="30494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36" name="Google Shape;436;p19"/>
          <p:cNvSpPr txBox="1">
            <a:spLocks noGrp="1"/>
          </p:cNvSpPr>
          <p:nvPr>
            <p:ph type="subTitle" idx="14"/>
          </p:nvPr>
        </p:nvSpPr>
        <p:spPr>
          <a:xfrm>
            <a:off x="3342450" y="30494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37" name="Google Shape;437;p19"/>
          <p:cNvSpPr txBox="1">
            <a:spLocks noGrp="1"/>
          </p:cNvSpPr>
          <p:nvPr>
            <p:ph type="subTitle" idx="15"/>
          </p:nvPr>
        </p:nvSpPr>
        <p:spPr>
          <a:xfrm>
            <a:off x="5960041" y="30494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23"/>
          <p:cNvGrpSpPr/>
          <p:nvPr/>
        </p:nvGrpSpPr>
        <p:grpSpPr>
          <a:xfrm>
            <a:off x="-1617026" y="-1386126"/>
            <a:ext cx="12031801" cy="8153587"/>
            <a:chOff x="-1617026" y="-1386126"/>
            <a:chExt cx="12031801" cy="8153587"/>
          </a:xfrm>
        </p:grpSpPr>
        <p:pic>
          <p:nvPicPr>
            <p:cNvPr id="508" name="Google Shape;508;p23"/>
            <p:cNvPicPr preferRelativeResize="0"/>
            <p:nvPr/>
          </p:nvPicPr>
          <p:blipFill rotWithShape="1">
            <a:blip r:embed="rId2">
              <a:alphaModFix amt="40000"/>
            </a:blip>
            <a:srcRect/>
            <a:stretch/>
          </p:blipFill>
          <p:spPr>
            <a:xfrm>
              <a:off x="-1617026" y="442549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9" name="Google Shape;509;p23"/>
            <p:cNvPicPr preferRelativeResize="0"/>
            <p:nvPr/>
          </p:nvPicPr>
          <p:blipFill rotWithShape="1">
            <a:blip r:embed="rId3">
              <a:alphaModFix amt="50000"/>
            </a:blip>
            <a:srcRect/>
            <a:stretch/>
          </p:blipFill>
          <p:spPr>
            <a:xfrm>
              <a:off x="-606538" y="-1386126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23"/>
            <p:cNvPicPr preferRelativeResize="0"/>
            <p:nvPr/>
          </p:nvPicPr>
          <p:blipFill rotWithShape="1">
            <a:blip r:embed="rId4">
              <a:alphaModFix amt="19000"/>
            </a:blip>
            <a:srcRect/>
            <a:stretch/>
          </p:blipFill>
          <p:spPr>
            <a:xfrm>
              <a:off x="-737600" y="1360093"/>
              <a:ext cx="969024" cy="102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1" name="Google Shape;511;p23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231425" y="-75775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2" name="Google Shape;512;p23"/>
            <p:cNvPicPr preferRelativeResize="0"/>
            <p:nvPr/>
          </p:nvPicPr>
          <p:blipFill rotWithShape="1">
            <a:blip r:embed="rId6">
              <a:alphaModFix amt="20000"/>
            </a:blip>
            <a:srcRect/>
            <a:stretch/>
          </p:blipFill>
          <p:spPr>
            <a:xfrm>
              <a:off x="8428900" y="4365953"/>
              <a:ext cx="1421225" cy="1507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" name="Google Shape;513;p23"/>
            <p:cNvPicPr preferRelativeResize="0"/>
            <p:nvPr/>
          </p:nvPicPr>
          <p:blipFill rotWithShape="1">
            <a:blip r:embed="rId2">
              <a:alphaModFix amt="40000"/>
            </a:blip>
            <a:srcRect/>
            <a:stretch/>
          </p:blipFill>
          <p:spPr>
            <a:xfrm>
              <a:off x="8308024" y="2486886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4" name="Google Shape;514;p23"/>
            <p:cNvPicPr preferRelativeResize="0"/>
            <p:nvPr/>
          </p:nvPicPr>
          <p:blipFill rotWithShape="1">
            <a:blip r:embed="rId3">
              <a:alphaModFix amt="50000"/>
            </a:blip>
            <a:srcRect/>
            <a:stretch/>
          </p:blipFill>
          <p:spPr>
            <a:xfrm>
              <a:off x="6400849" y="4532411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5" name="Google Shape;515;p23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8690187" y="3345225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6" name="Google Shape;516;p23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7743374" y="4129499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7" name="Google Shape;517;p23"/>
          <p:cNvGrpSpPr/>
          <p:nvPr/>
        </p:nvGrpSpPr>
        <p:grpSpPr>
          <a:xfrm>
            <a:off x="189412" y="-2"/>
            <a:ext cx="8728500" cy="4887645"/>
            <a:chOff x="189412" y="-2"/>
            <a:chExt cx="8728500" cy="4887645"/>
          </a:xfrm>
        </p:grpSpPr>
        <p:pic>
          <p:nvPicPr>
            <p:cNvPr id="518" name="Google Shape;518;p23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7680050" y="-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9" name="Google Shape;519;p23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8428912" y="2923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0" name="Google Shape;520;p23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8796337" y="1209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1" name="Google Shape;521;p23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353525" y="4478123"/>
              <a:ext cx="386000" cy="4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23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189412" y="41051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3" name="Google Shape;523;p23"/>
          <p:cNvGrpSpPr/>
          <p:nvPr/>
        </p:nvGrpSpPr>
        <p:grpSpPr>
          <a:xfrm>
            <a:off x="1963548" y="-1043287"/>
            <a:ext cx="4401150" cy="7194675"/>
            <a:chOff x="1963548" y="-1043287"/>
            <a:chExt cx="4401150" cy="7194675"/>
          </a:xfrm>
        </p:grpSpPr>
        <p:cxnSp>
          <p:nvCxnSpPr>
            <p:cNvPr id="524" name="Google Shape;524;p23"/>
            <p:cNvCxnSpPr/>
            <p:nvPr/>
          </p:nvCxnSpPr>
          <p:spPr>
            <a:xfrm rot="10800000" flipH="1">
              <a:off x="4821798" y="-104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5" name="Google Shape;525;p23"/>
            <p:cNvCxnSpPr/>
            <p:nvPr/>
          </p:nvCxnSpPr>
          <p:spPr>
            <a:xfrm rot="10800000" flipH="1">
              <a:off x="1963548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p24"/>
          <p:cNvGrpSpPr/>
          <p:nvPr/>
        </p:nvGrpSpPr>
        <p:grpSpPr>
          <a:xfrm>
            <a:off x="7555124" y="-1364279"/>
            <a:ext cx="3196998" cy="4685916"/>
            <a:chOff x="7555124" y="-1364279"/>
            <a:chExt cx="3196998" cy="4685916"/>
          </a:xfrm>
        </p:grpSpPr>
        <p:pic>
          <p:nvPicPr>
            <p:cNvPr id="528" name="Google Shape;528;p24"/>
            <p:cNvPicPr preferRelativeResize="0"/>
            <p:nvPr/>
          </p:nvPicPr>
          <p:blipFill rotWithShape="1">
            <a:blip r:embed="rId2">
              <a:alphaModFix amt="20000"/>
            </a:blip>
            <a:srcRect/>
            <a:stretch/>
          </p:blipFill>
          <p:spPr>
            <a:xfrm rot="10800000" flipH="1">
              <a:off x="8500201" y="-143537"/>
              <a:ext cx="1362051" cy="1445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9" name="Google Shape;529;p24"/>
            <p:cNvPicPr preferRelativeResize="0"/>
            <p:nvPr/>
          </p:nvPicPr>
          <p:blipFill>
            <a:blip r:embed="rId3">
              <a:alphaModFix amt="51000"/>
            </a:blip>
            <a:stretch>
              <a:fillRect/>
            </a:stretch>
          </p:blipFill>
          <p:spPr>
            <a:xfrm rot="10800000" flipH="1">
              <a:off x="8665522" y="1107950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0" name="Google Shape;530;p24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 rot="10800000" flipH="1">
              <a:off x="8428899" y="133234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p24"/>
            <p:cNvPicPr preferRelativeResize="0"/>
            <p:nvPr/>
          </p:nvPicPr>
          <p:blipFill>
            <a:blip r:embed="rId5">
              <a:alphaModFix amt="51000"/>
            </a:blip>
            <a:stretch>
              <a:fillRect/>
            </a:stretch>
          </p:blipFill>
          <p:spPr>
            <a:xfrm rot="10800000" flipH="1">
              <a:off x="7555124" y="-1364279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24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 rot="10800000" flipH="1">
              <a:off x="7555125" y="-590632"/>
              <a:ext cx="976201" cy="10356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3" name="Google Shape;533;p24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 rot="10800000" flipH="1">
              <a:off x="8034800" y="-9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4" name="Google Shape;534;p24"/>
          <p:cNvGrpSpPr/>
          <p:nvPr/>
        </p:nvGrpSpPr>
        <p:grpSpPr>
          <a:xfrm>
            <a:off x="163600" y="1017727"/>
            <a:ext cx="9176975" cy="4289746"/>
            <a:chOff x="163600" y="1017727"/>
            <a:chExt cx="9176975" cy="4289746"/>
          </a:xfrm>
        </p:grpSpPr>
        <p:pic>
          <p:nvPicPr>
            <p:cNvPr id="535" name="Google Shape;535;p24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199637" y="4897973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6" name="Google Shape;536;p24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163612" y="4147801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24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269750" y="101772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8" name="Google Shape;538;p24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163600" y="16323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9" name="Google Shape;539;p24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8954575" y="3556830"/>
              <a:ext cx="386000" cy="4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0" name="Google Shape;540;p24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8554800" y="431417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1" name="Google Shape;541;p24"/>
          <p:cNvGrpSpPr/>
          <p:nvPr/>
        </p:nvGrpSpPr>
        <p:grpSpPr>
          <a:xfrm>
            <a:off x="-827802" y="-1028887"/>
            <a:ext cx="10746825" cy="7180288"/>
            <a:chOff x="-827802" y="-1028887"/>
            <a:chExt cx="10746825" cy="7180288"/>
          </a:xfrm>
        </p:grpSpPr>
        <p:cxnSp>
          <p:nvCxnSpPr>
            <p:cNvPr id="542" name="Google Shape;542;p24"/>
            <p:cNvCxnSpPr/>
            <p:nvPr/>
          </p:nvCxnSpPr>
          <p:spPr>
            <a:xfrm rot="10800000">
              <a:off x="-827802" y="-10288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3" name="Google Shape;543;p24"/>
            <p:cNvCxnSpPr/>
            <p:nvPr/>
          </p:nvCxnSpPr>
          <p:spPr>
            <a:xfrm rot="10800000">
              <a:off x="8376123" y="4608500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4" name="Google Shape;544;p24"/>
            <p:cNvCxnSpPr/>
            <p:nvPr/>
          </p:nvCxnSpPr>
          <p:spPr>
            <a:xfrm rot="10800000">
              <a:off x="655748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8" r:id="rId6"/>
    <p:sldLayoutId id="2147483662" r:id="rId7"/>
    <p:sldLayoutId id="2147483665" r:id="rId8"/>
    <p:sldLayoutId id="2147483669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vermillion-pithivier-6cc9b1.netlify.app/" TargetMode="External"/><Relationship Id="rId3" Type="http://schemas.openxmlformats.org/officeDocument/2006/relationships/hyperlink" Target="https://www.myscheme.gov.in/" TargetMode="External"/><Relationship Id="rId7" Type="http://schemas.openxmlformats.org/officeDocument/2006/relationships/hyperlink" Target="https://schemesahayak.onrender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i.google.dev/gemini-api/docs/libraries" TargetMode="External"/><Relationship Id="rId5" Type="http://schemas.openxmlformats.org/officeDocument/2006/relationships/hyperlink" Target="https://ai.google.dev/api" TargetMode="External"/><Relationship Id="rId10" Type="http://schemas.openxmlformats.org/officeDocument/2006/relationships/hyperlink" Target="https://schemesati.netlify.app/" TargetMode="External"/><Relationship Id="rId4" Type="http://schemas.openxmlformats.org/officeDocument/2006/relationships/hyperlink" Target="https://www.india.gov.in/my-government/schemes" TargetMode="External"/><Relationship Id="rId9" Type="http://schemas.openxmlformats.org/officeDocument/2006/relationships/hyperlink" Target="https://sarkar-sahayak.onrender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hemesahayak.onrender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195310" y="0"/>
            <a:ext cx="946404" cy="109728"/>
          </a:xfrm>
          <a:prstGeom prst="rect">
            <a:avLst/>
          </a:prstGeom>
          <a:solidFill>
            <a:srgbClr val="266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" name="Rectangle 3"/>
          <p:cNvSpPr/>
          <p:nvPr/>
        </p:nvSpPr>
        <p:spPr>
          <a:xfrm>
            <a:off x="8627364" y="109728"/>
            <a:ext cx="377190" cy="377190"/>
          </a:xfrm>
          <a:prstGeom prst="rect">
            <a:avLst/>
          </a:prstGeom>
          <a:solidFill>
            <a:srgbClr val="70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" name="Rectangle 4"/>
          <p:cNvSpPr/>
          <p:nvPr/>
        </p:nvSpPr>
        <p:spPr>
          <a:xfrm>
            <a:off x="8037576" y="480060"/>
            <a:ext cx="192024" cy="192024"/>
          </a:xfrm>
          <a:prstGeom prst="rect">
            <a:avLst/>
          </a:prstGeom>
          <a:solidFill>
            <a:srgbClr val="E5D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" name="TextBox 6"/>
          <p:cNvSpPr txBox="1"/>
          <p:nvPr/>
        </p:nvSpPr>
        <p:spPr>
          <a:xfrm>
            <a:off x="799356" y="481029"/>
            <a:ext cx="3430747" cy="2366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8">
                <a:solidFill>
                  <a:srgbClr val="5C6C84"/>
                </a:solidFill>
                <a:latin typeface="Aptos"/>
              </a:rPr>
              <a:t>Department of Computer Science &amp; Engineering • BIT Ballarpur</a:t>
            </a:r>
          </a:p>
        </p:txBody>
      </p:sp>
      <p:sp>
        <p:nvSpPr>
          <p:cNvPr id="8" name="Rectangle 7"/>
          <p:cNvSpPr/>
          <p:nvPr/>
        </p:nvSpPr>
        <p:spPr>
          <a:xfrm>
            <a:off x="840105" y="858306"/>
            <a:ext cx="425196" cy="37719"/>
          </a:xfrm>
          <a:prstGeom prst="rect">
            <a:avLst/>
          </a:prstGeom>
          <a:solidFill>
            <a:srgbClr val="266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9" name="TextBox 8"/>
          <p:cNvSpPr txBox="1"/>
          <p:nvPr/>
        </p:nvSpPr>
        <p:spPr>
          <a:xfrm>
            <a:off x="788670" y="1040909"/>
            <a:ext cx="2848857" cy="311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25" b="1">
                <a:solidFill>
                  <a:srgbClr val="2667EB"/>
                </a:solidFill>
                <a:latin typeface="Aptos"/>
              </a:rP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670" y="1380386"/>
            <a:ext cx="3324949" cy="53091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50" b="1">
                <a:solidFill>
                  <a:srgbClr val="0F1F3A"/>
                </a:solidFill>
                <a:latin typeface="Aptos"/>
              </a:rPr>
              <a:t>SCHEME SAHAYAK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670" y="2022524"/>
            <a:ext cx="3991798" cy="3577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25" b="1">
                <a:solidFill>
                  <a:srgbClr val="7046D2"/>
                </a:solidFill>
                <a:latin typeface="Aptos"/>
              </a:rPr>
              <a:t>AI Assistant for Government Schemes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670" y="2640330"/>
            <a:ext cx="558927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3" name="Rectangle 12"/>
          <p:cNvSpPr/>
          <p:nvPr/>
        </p:nvSpPr>
        <p:spPr>
          <a:xfrm>
            <a:off x="788670" y="2811779"/>
            <a:ext cx="51435" cy="534924"/>
          </a:xfrm>
          <a:prstGeom prst="rect">
            <a:avLst/>
          </a:prstGeom>
          <a:solidFill>
            <a:srgbClr val="266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4" name="TextBox 13"/>
          <p:cNvSpPr txBox="1"/>
          <p:nvPr/>
        </p:nvSpPr>
        <p:spPr>
          <a:xfrm>
            <a:off x="1014984" y="2765288"/>
            <a:ext cx="4943982" cy="2712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63" b="1">
                <a:solidFill>
                  <a:srgbClr val="0F1F3A"/>
                </a:solidFill>
                <a:latin typeface="Aptos"/>
              </a:rPr>
              <a:t>PS07: AI assistant for government schemes that recommends 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3043037"/>
            <a:ext cx="2044149" cy="2712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63" b="1">
                <a:solidFill>
                  <a:srgbClr val="0F1F3A"/>
                </a:solidFill>
                <a:latin typeface="Aptos"/>
              </a:rPr>
              <a:t>based on a citizen’s profile.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671" y="3954640"/>
            <a:ext cx="2021707" cy="26545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25" b="1">
                <a:solidFill>
                  <a:srgbClr val="0F1F3A"/>
                </a:solidFill>
                <a:latin typeface="Aptos"/>
              </a:rPr>
              <a:t>Presented by: Team JanSetu</a:t>
            </a:r>
          </a:p>
        </p:txBody>
      </p:sp>
      <p:grpSp>
        <p:nvGrpSpPr>
          <p:cNvPr id="20" name="Google Shape;668;p38">
            <a:extLst>
              <a:ext uri="{FF2B5EF4-FFF2-40B4-BE49-F238E27FC236}">
                <a16:creationId xmlns:a16="http://schemas.microsoft.com/office/drawing/2014/main" id="{4065FD77-3D4D-40A3-2636-F610DF92E1D0}"/>
              </a:ext>
            </a:extLst>
          </p:cNvPr>
          <p:cNvGrpSpPr/>
          <p:nvPr/>
        </p:nvGrpSpPr>
        <p:grpSpPr>
          <a:xfrm>
            <a:off x="76650" y="1535"/>
            <a:ext cx="462308" cy="1145164"/>
            <a:chOff x="76650" y="1535"/>
            <a:chExt cx="462308" cy="1145164"/>
          </a:xfrm>
        </p:grpSpPr>
        <p:pic>
          <p:nvPicPr>
            <p:cNvPr id="21" name="Google Shape;669;p38">
              <a:extLst>
                <a:ext uri="{FF2B5EF4-FFF2-40B4-BE49-F238E27FC236}">
                  <a16:creationId xmlns:a16="http://schemas.microsoft.com/office/drawing/2014/main" id="{0B7733E3-2146-DCF6-6654-4D06E589B64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 amt="50000"/>
            </a:blip>
            <a:srcRect/>
            <a:stretch/>
          </p:blipFill>
          <p:spPr>
            <a:xfrm>
              <a:off x="76650" y="10177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670;p38">
              <a:extLst>
                <a:ext uri="{FF2B5EF4-FFF2-40B4-BE49-F238E27FC236}">
                  <a16:creationId xmlns:a16="http://schemas.microsoft.com/office/drawing/2014/main" id="{B0CFAC8E-2C00-D328-855A-137BFB64FD6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285175" y="71557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671;p38">
              <a:extLst>
                <a:ext uri="{FF2B5EF4-FFF2-40B4-BE49-F238E27FC236}">
                  <a16:creationId xmlns:a16="http://schemas.microsoft.com/office/drawing/2014/main" id="{31959796-F546-001D-66A6-A2B9088366D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 amt="50000"/>
            </a:blip>
            <a:srcRect/>
            <a:stretch/>
          </p:blipFill>
          <p:spPr>
            <a:xfrm>
              <a:off x="152962" y="1535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" name="Google Shape;663;p38">
            <a:extLst>
              <a:ext uri="{FF2B5EF4-FFF2-40B4-BE49-F238E27FC236}">
                <a16:creationId xmlns:a16="http://schemas.microsoft.com/office/drawing/2014/main" id="{DF14FA09-3FC9-CA15-E07B-0AAEFF9A9526}"/>
              </a:ext>
            </a:extLst>
          </p:cNvPr>
          <p:cNvGrpSpPr/>
          <p:nvPr/>
        </p:nvGrpSpPr>
        <p:grpSpPr>
          <a:xfrm>
            <a:off x="7385599" y="2748034"/>
            <a:ext cx="3096413" cy="3570428"/>
            <a:chOff x="6757449" y="1379684"/>
            <a:chExt cx="3096413" cy="3570428"/>
          </a:xfrm>
        </p:grpSpPr>
        <p:pic>
          <p:nvPicPr>
            <p:cNvPr id="34" name="Google Shape;664;p38">
              <a:extLst>
                <a:ext uri="{FF2B5EF4-FFF2-40B4-BE49-F238E27FC236}">
                  <a16:creationId xmlns:a16="http://schemas.microsoft.com/office/drawing/2014/main" id="{99B6505F-81A0-2E52-CF21-1AA4457E06F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 amt="23000"/>
            </a:blip>
            <a:srcRect/>
            <a:stretch/>
          </p:blipFill>
          <p:spPr>
            <a:xfrm>
              <a:off x="7767262" y="1747113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665;p38">
              <a:extLst>
                <a:ext uri="{FF2B5EF4-FFF2-40B4-BE49-F238E27FC236}">
                  <a16:creationId xmlns:a16="http://schemas.microsoft.com/office/drawing/2014/main" id="{F5DF1CA7-DB99-81D5-0272-94180E186A29}"/>
                </a:ext>
              </a:extLst>
            </p:cNvPr>
            <p:cNvPicPr preferRelativeResize="0"/>
            <p:nvPr/>
          </p:nvPicPr>
          <p:blipFill>
            <a:blip r:embed="rId5">
              <a:alphaModFix amt="51000"/>
            </a:blip>
            <a:stretch>
              <a:fillRect/>
            </a:stretch>
          </p:blipFill>
          <p:spPr>
            <a:xfrm>
              <a:off x="7592660" y="1379684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666;p38">
              <a:extLst>
                <a:ext uri="{FF2B5EF4-FFF2-40B4-BE49-F238E27FC236}">
                  <a16:creationId xmlns:a16="http://schemas.microsoft.com/office/drawing/2014/main" id="{89927A99-FE95-2F01-35AD-5F6B0E9F44AE}"/>
                </a:ext>
              </a:extLst>
            </p:cNvPr>
            <p:cNvPicPr preferRelativeResize="0"/>
            <p:nvPr/>
          </p:nvPicPr>
          <p:blipFill>
            <a:blip r:embed="rId6">
              <a:alphaModFix amt="51000"/>
            </a:blip>
            <a:stretch>
              <a:fillRect/>
            </a:stretch>
          </p:blipFill>
          <p:spPr>
            <a:xfrm>
              <a:off x="6757449" y="2736425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667;p38">
              <a:extLst>
                <a:ext uri="{FF2B5EF4-FFF2-40B4-BE49-F238E27FC236}">
                  <a16:creationId xmlns:a16="http://schemas.microsoft.com/office/drawing/2014/main" id="{5C9493EB-2DC3-8A72-4D2C-98AACC642A2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 amt="50000"/>
            </a:blip>
            <a:srcRect/>
            <a:stretch/>
          </p:blipFill>
          <p:spPr>
            <a:xfrm>
              <a:off x="7278687" y="3442463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" name="Google Shape;672;p38">
            <a:extLst>
              <a:ext uri="{FF2B5EF4-FFF2-40B4-BE49-F238E27FC236}">
                <a16:creationId xmlns:a16="http://schemas.microsoft.com/office/drawing/2014/main" id="{A83492F4-AFD4-1A7C-B0F1-FDDB09F78CF1}"/>
              </a:ext>
            </a:extLst>
          </p:cNvPr>
          <p:cNvGrpSpPr/>
          <p:nvPr/>
        </p:nvGrpSpPr>
        <p:grpSpPr>
          <a:xfrm>
            <a:off x="-827802" y="-1193287"/>
            <a:ext cx="8905450" cy="7344675"/>
            <a:chOff x="-827802" y="-1193287"/>
            <a:chExt cx="8905450" cy="7344675"/>
          </a:xfrm>
        </p:grpSpPr>
        <p:cxnSp>
          <p:nvCxnSpPr>
            <p:cNvPr id="39" name="Google Shape;673;p38">
              <a:extLst>
                <a:ext uri="{FF2B5EF4-FFF2-40B4-BE49-F238E27FC236}">
                  <a16:creationId xmlns:a16="http://schemas.microsoft.com/office/drawing/2014/main" id="{556D11FF-DA9E-CCEA-6E68-29B8A6BBC203}"/>
                </a:ext>
              </a:extLst>
            </p:cNvPr>
            <p:cNvCxnSpPr/>
            <p:nvPr/>
          </p:nvCxnSpPr>
          <p:spPr>
            <a:xfrm rot="10800000" flipH="1">
              <a:off x="-827802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674;p38">
              <a:extLst>
                <a:ext uri="{FF2B5EF4-FFF2-40B4-BE49-F238E27FC236}">
                  <a16:creationId xmlns:a16="http://schemas.microsoft.com/office/drawing/2014/main" id="{119E3DA9-6507-3306-0511-AB2C14D6CDA2}"/>
                </a:ext>
              </a:extLst>
            </p:cNvPr>
            <p:cNvCxnSpPr/>
            <p:nvPr/>
          </p:nvCxnSpPr>
          <p:spPr>
            <a:xfrm rot="10800000" flipH="1">
              <a:off x="6534748" y="-119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3"/>
          <p:cNvSpPr txBox="1">
            <a:spLocks noGrp="1"/>
          </p:cNvSpPr>
          <p:nvPr>
            <p:ph type="title"/>
          </p:nvPr>
        </p:nvSpPr>
        <p:spPr>
          <a:xfrm>
            <a:off x="724900" y="2416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/>
              <a:t>Proposed Solution</a:t>
            </a: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253AF-99CF-520B-8382-1F1618253930}"/>
              </a:ext>
            </a:extLst>
          </p:cNvPr>
          <p:cNvSpPr txBox="1"/>
          <p:nvPr/>
        </p:nvSpPr>
        <p:spPr>
          <a:xfrm>
            <a:off x="650214" y="1608537"/>
            <a:ext cx="30632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1834"/>
                </a:solidFill>
                <a:latin typeface="Aptos"/>
              </a:defRPr>
            </a:pPr>
            <a:r>
              <a:rPr sz="1600">
                <a:solidFill>
                  <a:schemeClr val="tx2"/>
                </a:solidFill>
              </a:rPr>
              <a:t>1. </a:t>
            </a:r>
            <a:r>
              <a:rPr sz="1600"/>
              <a:t>Citizen Profile</a:t>
            </a:r>
            <a:endParaRPr lang="en-IN" sz="1600"/>
          </a:p>
          <a:p>
            <a:pPr algn="l">
              <a:defRPr sz="1500" b="1">
                <a:solidFill>
                  <a:srgbClr val="081834"/>
                </a:solidFill>
                <a:latin typeface="Aptos"/>
              </a:defRPr>
            </a:pPr>
            <a:endParaRPr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2D2570-477D-C47F-8DCB-DE46D94FD18C}"/>
              </a:ext>
            </a:extLst>
          </p:cNvPr>
          <p:cNvSpPr txBox="1"/>
          <p:nvPr/>
        </p:nvSpPr>
        <p:spPr>
          <a:xfrm>
            <a:off x="650214" y="1875800"/>
            <a:ext cx="3063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The application exposes selectable profiles that can prepare a focused scheme search.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34E339-DB1E-F000-A913-926AFA06F562}"/>
              </a:ext>
            </a:extLst>
          </p:cNvPr>
          <p:cNvSpPr txBox="1"/>
          <p:nvPr/>
        </p:nvSpPr>
        <p:spPr>
          <a:xfrm>
            <a:off x="650214" y="2434953"/>
            <a:ext cx="3063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1834"/>
                </a:solidFill>
                <a:latin typeface="Aptos"/>
              </a:defRPr>
            </a:pPr>
            <a:r>
              <a:rPr sz="1600">
                <a:solidFill>
                  <a:schemeClr val="tx2"/>
                </a:solidFill>
              </a:rPr>
              <a:t>2. </a:t>
            </a:r>
            <a:r>
              <a:rPr sz="1600"/>
              <a:t>Ask Naturally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455BAE-0B6A-5F09-15A6-BE4205F7D23C}"/>
              </a:ext>
            </a:extLst>
          </p:cNvPr>
          <p:cNvSpPr txBox="1"/>
          <p:nvPr/>
        </p:nvSpPr>
        <p:spPr>
          <a:xfrm>
            <a:off x="650879" y="2713771"/>
            <a:ext cx="3063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The user can type a query or speak it through the voice interface.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A49886-160B-6B09-E7E4-5E1FFA90839C}"/>
              </a:ext>
            </a:extLst>
          </p:cNvPr>
          <p:cNvSpPr txBox="1"/>
          <p:nvPr/>
        </p:nvSpPr>
        <p:spPr>
          <a:xfrm>
            <a:off x="631281" y="3300370"/>
            <a:ext cx="3063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1834"/>
                </a:solidFill>
                <a:latin typeface="Aptos"/>
              </a:defRPr>
            </a:pPr>
            <a:r>
              <a:rPr sz="1600">
                <a:solidFill>
                  <a:schemeClr val="tx2"/>
                </a:solidFill>
              </a:rPr>
              <a:t>3. </a:t>
            </a:r>
            <a:r>
              <a:rPr sz="1600"/>
              <a:t>Match Benefits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572BC1-BBBB-8993-5EE7-5769BF88A9C3}"/>
              </a:ext>
            </a:extLst>
          </p:cNvPr>
          <p:cNvSpPr txBox="1"/>
          <p:nvPr/>
        </p:nvSpPr>
        <p:spPr>
          <a:xfrm>
            <a:off x="631281" y="3568110"/>
            <a:ext cx="30632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The backend searches the local scheme dataset first and uses Gemini API</a:t>
            </a:r>
            <a:r>
              <a:rPr lang="en-IN"/>
              <a:t> as a</a:t>
            </a:r>
            <a:r>
              <a:t> fallback when needed.</a:t>
            </a:r>
          </a:p>
        </p:txBody>
      </p:sp>
      <p:sp>
        <p:nvSpPr>
          <p:cNvPr id="47" name="Rounded Rectangle 17">
            <a:extLst>
              <a:ext uri="{FF2B5EF4-FFF2-40B4-BE49-F238E27FC236}">
                <a16:creationId xmlns:a16="http://schemas.microsoft.com/office/drawing/2014/main" id="{A72CC69A-0EC9-5963-5829-E0D9ED72D01F}"/>
              </a:ext>
            </a:extLst>
          </p:cNvPr>
          <p:cNvSpPr/>
          <p:nvPr/>
        </p:nvSpPr>
        <p:spPr>
          <a:xfrm>
            <a:off x="3797939" y="1394460"/>
            <a:ext cx="4957441" cy="3331511"/>
          </a:xfrm>
          <a:prstGeom prst="round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54A7478-B728-01EF-3A67-564BC5C9E7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05165" y="1856832"/>
            <a:ext cx="4742986" cy="26015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693424B5-13B7-F7CA-7939-66ACA29386CF}"/>
              </a:ext>
            </a:extLst>
          </p:cNvPr>
          <p:cNvSpPr txBox="1"/>
          <p:nvPr/>
        </p:nvSpPr>
        <p:spPr>
          <a:xfrm>
            <a:off x="5358100" y="1440980"/>
            <a:ext cx="18371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81834"/>
                </a:solidFill>
                <a:latin typeface="Aptos"/>
              </a:defRPr>
            </a:pPr>
            <a:r>
              <a:rPr sz="1800">
                <a:solidFill>
                  <a:schemeClr val="bg1">
                    <a:lumMod val="50000"/>
                  </a:schemeClr>
                </a:solidFill>
              </a:rPr>
              <a:t>Major Workflow</a:t>
            </a:r>
          </a:p>
        </p:txBody>
      </p:sp>
      <p:sp>
        <p:nvSpPr>
          <p:cNvPr id="53" name="TextBox 679">
            <a:extLst>
              <a:ext uri="{FF2B5EF4-FFF2-40B4-BE49-F238E27FC236}">
                <a16:creationId xmlns:a16="http://schemas.microsoft.com/office/drawing/2014/main" id="{857CA509-E696-78CC-7DC2-6EBDF08B4807}"/>
              </a:ext>
            </a:extLst>
          </p:cNvPr>
          <p:cNvSpPr txBox="1"/>
          <p:nvPr/>
        </p:nvSpPr>
        <p:spPr>
          <a:xfrm>
            <a:off x="724900" y="814365"/>
            <a:ext cx="505886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 sz="1150" b="0">
                <a:solidFill>
                  <a:srgbClr val="093C7A"/>
                </a:solidFill>
                <a:latin typeface="Figtree"/>
              </a:defRPr>
            </a:pPr>
            <a:r>
              <a:rPr lang="en-US"/>
              <a:t>A profile-assisted scheme discovery layer built around the existing Scheme Sahayak workflow.</a:t>
            </a:r>
          </a:p>
          <a:p>
            <a:pPr algn="l">
              <a:defRPr sz="1150" b="0">
                <a:solidFill>
                  <a:srgbClr val="093C7A"/>
                </a:solidFill>
                <a:latin typeface="Figtree"/>
              </a:defRPr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>
          <a:extLst>
            <a:ext uri="{FF2B5EF4-FFF2-40B4-BE49-F238E27FC236}">
              <a16:creationId xmlns:a16="http://schemas.microsoft.com/office/drawing/2014/main" id="{4721AF75-BCAD-0E8F-B53F-E7E1D5CB1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3">
            <a:extLst>
              <a:ext uri="{FF2B5EF4-FFF2-40B4-BE49-F238E27FC236}">
                <a16:creationId xmlns:a16="http://schemas.microsoft.com/office/drawing/2014/main" id="{ED4CE1BF-6662-C789-880F-EDCCB687A5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45576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Stack</a:t>
            </a:r>
            <a:endParaRPr/>
          </a:p>
        </p:txBody>
      </p:sp>
      <p:sp>
        <p:nvSpPr>
          <p:cNvPr id="604" name="Google Shape;604;p33">
            <a:extLst>
              <a:ext uri="{FF2B5EF4-FFF2-40B4-BE49-F238E27FC236}">
                <a16:creationId xmlns:a16="http://schemas.microsoft.com/office/drawing/2014/main" id="{6DEB5041-B7A9-9901-8150-D8DDDAC572C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76060" y="1836510"/>
            <a:ext cx="173092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/>
              <a:t>JavaScript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/>
              <a:t>Node.js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/>
              <a:t>Express.js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/>
              <a:t>Gemini API</a:t>
            </a:r>
          </a:p>
        </p:txBody>
      </p:sp>
      <p:sp>
        <p:nvSpPr>
          <p:cNvPr id="605" name="Google Shape;605;p33">
            <a:extLst>
              <a:ext uri="{FF2B5EF4-FFF2-40B4-BE49-F238E27FC236}">
                <a16:creationId xmlns:a16="http://schemas.microsoft.com/office/drawing/2014/main" id="{0E69BF86-0B08-C08E-3D11-919EEB919E5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543045"/>
            <a:ext cx="158124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gtree"/>
                <a:ea typeface="Figtree"/>
                <a:cs typeface="Figtree"/>
                <a:sym typeface="Figtree"/>
              </a:rPr>
              <a:t>Backend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6" name="Google Shape;606;p33">
            <a:extLst>
              <a:ext uri="{FF2B5EF4-FFF2-40B4-BE49-F238E27FC236}">
                <a16:creationId xmlns:a16="http://schemas.microsoft.com/office/drawing/2014/main" id="{9798C253-DC18-656A-C5BF-A56B8FDB567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2835575"/>
            <a:ext cx="178698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gtree"/>
                <a:ea typeface="Figtree"/>
                <a:cs typeface="Figtree"/>
                <a:sym typeface="Figtree"/>
              </a:rPr>
              <a:t>Frontend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7" name="Google Shape;607;p33">
            <a:extLst>
              <a:ext uri="{FF2B5EF4-FFF2-40B4-BE49-F238E27FC236}">
                <a16:creationId xmlns:a16="http://schemas.microsoft.com/office/drawing/2014/main" id="{92C24D8B-FE39-6C7D-7620-242AE0A4AF4D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76060" y="3141190"/>
            <a:ext cx="162424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/>
              <a:t>React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/>
              <a:t>Vite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/>
              <a:t>Tailwind CSS</a:t>
            </a:r>
            <a:endParaRPr/>
          </a:p>
        </p:txBody>
      </p:sp>
      <p:sp>
        <p:nvSpPr>
          <p:cNvPr id="2" name="TextBox 679">
            <a:extLst>
              <a:ext uri="{FF2B5EF4-FFF2-40B4-BE49-F238E27FC236}">
                <a16:creationId xmlns:a16="http://schemas.microsoft.com/office/drawing/2014/main" id="{FED8E10C-9812-E522-C597-627892C5839A}"/>
              </a:ext>
            </a:extLst>
          </p:cNvPr>
          <p:cNvSpPr txBox="1"/>
          <p:nvPr/>
        </p:nvSpPr>
        <p:spPr>
          <a:xfrm>
            <a:off x="715100" y="1017725"/>
            <a:ext cx="45046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 sz="1150" b="0">
                <a:solidFill>
                  <a:srgbClr val="093C7A"/>
                </a:solidFill>
                <a:latin typeface="Figtree"/>
              </a:defRPr>
            </a:pPr>
            <a:r>
              <a:t>Technologies used in the current Scheme Sahayak application.</a:t>
            </a: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24CB30FB-5308-48E6-A3FD-D3898C22BFB6}"/>
              </a:ext>
            </a:extLst>
          </p:cNvPr>
          <p:cNvSpPr/>
          <p:nvPr/>
        </p:nvSpPr>
        <p:spPr>
          <a:xfrm>
            <a:off x="3238500" y="1471961"/>
            <a:ext cx="5516881" cy="3226514"/>
          </a:xfrm>
          <a:prstGeom prst="round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8A033C-B46E-A4B6-F7C8-A9731DEAEB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68980" y="2043069"/>
            <a:ext cx="5455920" cy="22377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410FDC-2B14-5FB7-6F72-D7A43F98E832}"/>
              </a:ext>
            </a:extLst>
          </p:cNvPr>
          <p:cNvSpPr txBox="1"/>
          <p:nvPr/>
        </p:nvSpPr>
        <p:spPr>
          <a:xfrm>
            <a:off x="4723728" y="1581271"/>
            <a:ext cx="3700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81834"/>
                </a:solidFill>
                <a:latin typeface="Aptos"/>
              </a:defRPr>
            </a:pPr>
            <a:r>
              <a:rPr lang="en-IN" sz="1800">
                <a:solidFill>
                  <a:schemeClr val="bg1">
                    <a:lumMod val="50000"/>
                  </a:schemeClr>
                </a:solidFill>
              </a:rPr>
              <a:t>System Architecture </a:t>
            </a:r>
            <a:endParaRPr sz="1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602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6"/>
          <p:cNvSpPr txBox="1">
            <a:spLocks noGrp="1"/>
          </p:cNvSpPr>
          <p:nvPr>
            <p:ph type="subTitle" idx="14"/>
          </p:nvPr>
        </p:nvSpPr>
        <p:spPr>
          <a:xfrm>
            <a:off x="3337591" y="2535397"/>
            <a:ext cx="2459100" cy="3748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IN" sz="1400"/>
              <a:t>Detailed Scheme View</a:t>
            </a:r>
          </a:p>
        </p:txBody>
      </p:sp>
      <p:sp>
        <p:nvSpPr>
          <p:cNvPr id="638" name="Google Shape;638;p36"/>
          <p:cNvSpPr txBox="1">
            <a:spLocks noGrp="1"/>
          </p:cNvSpPr>
          <p:nvPr>
            <p:ph type="subTitle" idx="13"/>
          </p:nvPr>
        </p:nvSpPr>
        <p:spPr>
          <a:xfrm>
            <a:off x="676683" y="2535750"/>
            <a:ext cx="2459100" cy="3808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IN" sz="1400"/>
              <a:t>Scheme Directory</a:t>
            </a:r>
          </a:p>
        </p:txBody>
      </p:sp>
      <p:sp>
        <p:nvSpPr>
          <p:cNvPr id="639" name="Google Shape;639;p36"/>
          <p:cNvSpPr txBox="1">
            <a:spLocks noGrp="1"/>
          </p:cNvSpPr>
          <p:nvPr>
            <p:ph type="subTitle" idx="15"/>
          </p:nvPr>
        </p:nvSpPr>
        <p:spPr>
          <a:xfrm>
            <a:off x="6041817" y="2571748"/>
            <a:ext cx="2459100" cy="3021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IN" sz="1400"/>
              <a:t>Hindi Translation</a:t>
            </a:r>
          </a:p>
        </p:txBody>
      </p:sp>
      <p:sp>
        <p:nvSpPr>
          <p:cNvPr id="640" name="Google Shape;640;p36"/>
          <p:cNvSpPr txBox="1">
            <a:spLocks noGrp="1"/>
          </p:cNvSpPr>
          <p:nvPr>
            <p:ph type="subTitle" idx="7"/>
          </p:nvPr>
        </p:nvSpPr>
        <p:spPr>
          <a:xfrm>
            <a:off x="720000" y="1438213"/>
            <a:ext cx="2142146" cy="4519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IN" sz="1400"/>
              <a:t>Profile Selection</a:t>
            </a:r>
          </a:p>
        </p:txBody>
      </p:sp>
      <p:sp>
        <p:nvSpPr>
          <p:cNvPr id="641" name="Google Shape;641;p36"/>
          <p:cNvSpPr txBox="1">
            <a:spLocks noGrp="1"/>
          </p:cNvSpPr>
          <p:nvPr>
            <p:ph type="subTitle" idx="8"/>
          </p:nvPr>
        </p:nvSpPr>
        <p:spPr>
          <a:xfrm>
            <a:off x="3342450" y="1352875"/>
            <a:ext cx="24591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IN" sz="1400"/>
              <a:t>Natural Language Search</a:t>
            </a:r>
          </a:p>
        </p:txBody>
      </p:sp>
      <p:sp>
        <p:nvSpPr>
          <p:cNvPr id="642" name="Google Shape;642;p36"/>
          <p:cNvSpPr txBox="1">
            <a:spLocks noGrp="1"/>
          </p:cNvSpPr>
          <p:nvPr>
            <p:ph type="subTitle" idx="9"/>
          </p:nvPr>
        </p:nvSpPr>
        <p:spPr>
          <a:xfrm>
            <a:off x="5959741" y="1352875"/>
            <a:ext cx="24597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IN" sz="1400"/>
              <a:t>Voice Input</a:t>
            </a:r>
          </a:p>
        </p:txBody>
      </p:sp>
      <p:sp>
        <p:nvSpPr>
          <p:cNvPr id="643" name="Google Shape;643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/>
              <a:t>Citizen-Facing Features</a:t>
            </a:r>
            <a:endParaRPr/>
          </a:p>
        </p:txBody>
      </p:sp>
      <p:sp>
        <p:nvSpPr>
          <p:cNvPr id="644" name="Google Shape;644;p36"/>
          <p:cNvSpPr txBox="1">
            <a:spLocks noGrp="1"/>
          </p:cNvSpPr>
          <p:nvPr>
            <p:ph type="subTitle" idx="1"/>
          </p:nvPr>
        </p:nvSpPr>
        <p:spPr>
          <a:xfrm>
            <a:off x="725143" y="1811513"/>
            <a:ext cx="24591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100"/>
              <a:t>Select a profile to prepare a focused scheme search.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36"/>
          <p:cNvSpPr txBox="1">
            <a:spLocks noGrp="1"/>
          </p:cNvSpPr>
          <p:nvPr>
            <p:ph type="subTitle" idx="4"/>
          </p:nvPr>
        </p:nvSpPr>
        <p:spPr>
          <a:xfrm>
            <a:off x="676683" y="2793531"/>
            <a:ext cx="24591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100"/>
              <a:t>Search and browse schemes through categories.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36"/>
          <p:cNvSpPr txBox="1">
            <a:spLocks noGrp="1"/>
          </p:cNvSpPr>
          <p:nvPr>
            <p:ph type="subTitle" idx="5"/>
          </p:nvPr>
        </p:nvSpPr>
        <p:spPr>
          <a:xfrm>
            <a:off x="3337591" y="2772954"/>
            <a:ext cx="2459100" cy="6387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100"/>
              <a:t>Benefits, eligibility, documents, application, payment, FAQs and sources.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36"/>
          <p:cNvSpPr txBox="1">
            <a:spLocks noGrp="1"/>
          </p:cNvSpPr>
          <p:nvPr>
            <p:ph type="subTitle" idx="2"/>
          </p:nvPr>
        </p:nvSpPr>
        <p:spPr>
          <a:xfrm>
            <a:off x="3342150" y="1811525"/>
            <a:ext cx="2459700" cy="603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100"/>
              <a:t>Ask about a need instead of knowing the exact scheme name.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648" name="Google Shape;648;p36"/>
          <p:cNvSpPr txBox="1">
            <a:spLocks noGrp="1"/>
          </p:cNvSpPr>
          <p:nvPr>
            <p:ph type="subTitle" idx="3"/>
          </p:nvPr>
        </p:nvSpPr>
        <p:spPr>
          <a:xfrm>
            <a:off x="5959741" y="1811525"/>
            <a:ext cx="2459700" cy="5372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100"/>
              <a:t>Speak the query; browser speech recognition converts it to text.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649" name="Google Shape;649;p36"/>
          <p:cNvSpPr txBox="1">
            <a:spLocks noGrp="1"/>
          </p:cNvSpPr>
          <p:nvPr>
            <p:ph type="subTitle" idx="6"/>
          </p:nvPr>
        </p:nvSpPr>
        <p:spPr>
          <a:xfrm>
            <a:off x="6041817" y="2765537"/>
            <a:ext cx="2454000" cy="7179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nb-NO" sz="1100"/>
              <a:t>Translate AI responses for easier understanding.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38;p36">
            <a:extLst>
              <a:ext uri="{FF2B5EF4-FFF2-40B4-BE49-F238E27FC236}">
                <a16:creationId xmlns:a16="http://schemas.microsoft.com/office/drawing/2014/main" id="{6BF895E4-B837-5651-67C1-E287F24D27B4}"/>
              </a:ext>
            </a:extLst>
          </p:cNvPr>
          <p:cNvSpPr txBox="1">
            <a:spLocks/>
          </p:cNvSpPr>
          <p:nvPr/>
        </p:nvSpPr>
        <p:spPr>
          <a:xfrm>
            <a:off x="720000" y="3483474"/>
            <a:ext cx="2459100" cy="38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 spc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IN" sz="1400"/>
              <a:t>Audio Readout</a:t>
            </a:r>
          </a:p>
        </p:txBody>
      </p:sp>
      <p:sp>
        <p:nvSpPr>
          <p:cNvPr id="10" name="Google Shape;638;p36">
            <a:extLst>
              <a:ext uri="{FF2B5EF4-FFF2-40B4-BE49-F238E27FC236}">
                <a16:creationId xmlns:a16="http://schemas.microsoft.com/office/drawing/2014/main" id="{9276CCA7-743A-BEB7-AD9E-CE5289BB0D5B}"/>
              </a:ext>
            </a:extLst>
          </p:cNvPr>
          <p:cNvSpPr txBox="1">
            <a:spLocks/>
          </p:cNvSpPr>
          <p:nvPr/>
        </p:nvSpPr>
        <p:spPr>
          <a:xfrm>
            <a:off x="3327632" y="3458843"/>
            <a:ext cx="2459100" cy="38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 spc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IN" sz="1400"/>
              <a:t>PDF Download</a:t>
            </a:r>
          </a:p>
        </p:txBody>
      </p:sp>
      <p:sp>
        <p:nvSpPr>
          <p:cNvPr id="11" name="Google Shape;645;p36">
            <a:extLst>
              <a:ext uri="{FF2B5EF4-FFF2-40B4-BE49-F238E27FC236}">
                <a16:creationId xmlns:a16="http://schemas.microsoft.com/office/drawing/2014/main" id="{89E271F1-3B97-102E-32E9-56F4A78D0A09}"/>
              </a:ext>
            </a:extLst>
          </p:cNvPr>
          <p:cNvSpPr txBox="1">
            <a:spLocks/>
          </p:cNvSpPr>
          <p:nvPr/>
        </p:nvSpPr>
        <p:spPr>
          <a:xfrm>
            <a:off x="720000" y="3748270"/>
            <a:ext cx="2459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/>
            <a:r>
              <a:rPr lang="en-US" sz="1100"/>
              <a:t>Backend TTS with browser speech fallback.</a:t>
            </a:r>
          </a:p>
          <a:p>
            <a:pPr marL="0" indent="0"/>
            <a:endParaRPr lang="en-US"/>
          </a:p>
        </p:txBody>
      </p:sp>
      <p:sp>
        <p:nvSpPr>
          <p:cNvPr id="12" name="Google Shape;645;p36">
            <a:extLst>
              <a:ext uri="{FF2B5EF4-FFF2-40B4-BE49-F238E27FC236}">
                <a16:creationId xmlns:a16="http://schemas.microsoft.com/office/drawing/2014/main" id="{5058E509-5A6F-B0CC-CF01-E2FDC28EBF4D}"/>
              </a:ext>
            </a:extLst>
          </p:cNvPr>
          <p:cNvSpPr txBox="1">
            <a:spLocks/>
          </p:cNvSpPr>
          <p:nvPr/>
        </p:nvSpPr>
        <p:spPr>
          <a:xfrm>
            <a:off x="3275593" y="3685181"/>
            <a:ext cx="2459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/>
            <a:r>
              <a:rPr lang="en-US" sz="1100"/>
              <a:t>Generate a shareable scheme detail PDF</a:t>
            </a:r>
            <a:r>
              <a:rPr lang="en-US"/>
              <a:t>.</a:t>
            </a:r>
          </a:p>
          <a:p>
            <a:pPr marL="0" indent="0"/>
            <a:endParaRPr lang="en-US"/>
          </a:p>
        </p:txBody>
      </p:sp>
      <p:sp>
        <p:nvSpPr>
          <p:cNvPr id="14" name="TextBox 679">
            <a:extLst>
              <a:ext uri="{FF2B5EF4-FFF2-40B4-BE49-F238E27FC236}">
                <a16:creationId xmlns:a16="http://schemas.microsoft.com/office/drawing/2014/main" id="{C52119AD-FC3F-5ED8-076A-26836485CF26}"/>
              </a:ext>
            </a:extLst>
          </p:cNvPr>
          <p:cNvSpPr txBox="1"/>
          <p:nvPr/>
        </p:nvSpPr>
        <p:spPr>
          <a:xfrm>
            <a:off x="720000" y="1020925"/>
            <a:ext cx="4661061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 sz="1150" b="0">
                <a:solidFill>
                  <a:srgbClr val="093C7A"/>
                </a:solidFill>
                <a:latin typeface="Figtree"/>
              </a:defRPr>
            </a:pPr>
            <a:r>
              <a:rPr lang="en-US"/>
              <a:t>Features that turn scheme discovery into an actionable experience.</a:t>
            </a:r>
          </a:p>
          <a:p>
            <a:pPr algn="l">
              <a:defRPr sz="1150" b="0">
                <a:solidFill>
                  <a:srgbClr val="093C7A"/>
                </a:solidFill>
                <a:latin typeface="Figtree"/>
              </a:defRPr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>
          <a:extLst>
            <a:ext uri="{FF2B5EF4-FFF2-40B4-BE49-F238E27FC236}">
              <a16:creationId xmlns:a16="http://schemas.microsoft.com/office/drawing/2014/main" id="{6D648EA9-FBA0-D55F-690C-4C3C56AEB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4">
            <a:extLst>
              <a:ext uri="{FF2B5EF4-FFF2-40B4-BE49-F238E27FC236}">
                <a16:creationId xmlns:a16="http://schemas.microsoft.com/office/drawing/2014/main" id="{373BE8F7-C802-B1FF-9E17-9FD323603DB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59530" y="2060976"/>
            <a:ext cx="2391000" cy="7026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IN"/>
              <a:t>Government 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614" name="Google Shape;614;p34">
            <a:extLst>
              <a:ext uri="{FF2B5EF4-FFF2-40B4-BE49-F238E27FC236}">
                <a16:creationId xmlns:a16="http://schemas.microsoft.com/office/drawing/2014/main" id="{30DDD8D1-6EE7-84BE-3972-8E5CA8E4B5A2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364880" y="1970750"/>
            <a:ext cx="2241260" cy="7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IN"/>
              <a:t>AI Normalization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34">
            <a:extLst>
              <a:ext uri="{FF2B5EF4-FFF2-40B4-BE49-F238E27FC236}">
                <a16:creationId xmlns:a16="http://schemas.microsoft.com/office/drawing/2014/main" id="{D0141A18-BD57-7E64-B274-DF2DC2F09248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980961" y="1951310"/>
            <a:ext cx="2719512" cy="5115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IN"/>
              <a:t>Verification Distinction</a:t>
            </a:r>
          </a:p>
        </p:txBody>
      </p:sp>
      <p:sp>
        <p:nvSpPr>
          <p:cNvPr id="616" name="Google Shape;616;p34">
            <a:extLst>
              <a:ext uri="{FF2B5EF4-FFF2-40B4-BE49-F238E27FC236}">
                <a16:creationId xmlns:a16="http://schemas.microsoft.com/office/drawing/2014/main" id="{AB7D2348-06EF-87B5-6EBE-86484444D4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7961" y="54396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/>
              <a:t>Reliability, Validation &amp; Trust</a:t>
            </a:r>
            <a:endParaRPr/>
          </a:p>
        </p:txBody>
      </p:sp>
      <p:sp>
        <p:nvSpPr>
          <p:cNvPr id="617" name="Google Shape;617;p34">
            <a:extLst>
              <a:ext uri="{FF2B5EF4-FFF2-40B4-BE49-F238E27FC236}">
                <a16:creationId xmlns:a16="http://schemas.microsoft.com/office/drawing/2014/main" id="{156E825B-98C3-E2EB-0214-420D7809EC3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59530" y="2438353"/>
            <a:ext cx="23910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/>
              <a:t>The application maintains a local scheme dataset with structured fields such as eligibility, benefits, application and source information.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34">
            <a:extLst>
              <a:ext uri="{FF2B5EF4-FFF2-40B4-BE49-F238E27FC236}">
                <a16:creationId xmlns:a16="http://schemas.microsoft.com/office/drawing/2014/main" id="{DB216C19-E6F3-3018-284E-9B77633C93E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76500" y="2432426"/>
            <a:ext cx="23910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/>
              <a:t>Gemini responses are mapped into a canonical scheme structure, URLs are normalized and unusable records are filtered before UI use.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34">
            <a:extLst>
              <a:ext uri="{FF2B5EF4-FFF2-40B4-BE49-F238E27FC236}">
                <a16:creationId xmlns:a16="http://schemas.microsoft.com/office/drawing/2014/main" id="{2B869AC6-E929-952E-3605-A83188950F6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033000" y="2378284"/>
            <a:ext cx="23910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/>
              <a:t>A government source / verification field should not be confused with an AI-generated response. Users should confirm official details before applying.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679">
            <a:extLst>
              <a:ext uri="{FF2B5EF4-FFF2-40B4-BE49-F238E27FC236}">
                <a16:creationId xmlns:a16="http://schemas.microsoft.com/office/drawing/2014/main" id="{ABDC881B-98AD-A526-5D80-63A70DDF57CF}"/>
              </a:ext>
            </a:extLst>
          </p:cNvPr>
          <p:cNvSpPr txBox="1"/>
          <p:nvPr/>
        </p:nvSpPr>
        <p:spPr>
          <a:xfrm>
            <a:off x="720000" y="1116664"/>
            <a:ext cx="4661061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 sz="1150" b="0">
                <a:solidFill>
                  <a:srgbClr val="093C7A"/>
                </a:solidFill>
                <a:latin typeface="Figtree"/>
              </a:defRPr>
            </a:pPr>
            <a:r>
              <a:rPr lang="en-US"/>
              <a:t>Government scheme assistance is useful without confusing AI output with official verification</a:t>
            </a:r>
          </a:p>
          <a:p>
            <a:pPr algn="l">
              <a:defRPr sz="1150" b="0">
                <a:solidFill>
                  <a:srgbClr val="093C7A"/>
                </a:solidFill>
                <a:latin typeface="Figtree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6850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/>
              <a:t>Research &amp; References</a:t>
            </a:r>
            <a:endParaRPr/>
          </a:p>
        </p:txBody>
      </p:sp>
      <p:sp>
        <p:nvSpPr>
          <p:cNvPr id="888" name="Google Shape;888;p48"/>
          <p:cNvSpPr txBox="1">
            <a:spLocks noGrp="1"/>
          </p:cNvSpPr>
          <p:nvPr>
            <p:ph type="body" idx="1"/>
          </p:nvPr>
        </p:nvSpPr>
        <p:spPr>
          <a:xfrm>
            <a:off x="5722864" y="1283884"/>
            <a:ext cx="3576936" cy="15763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lvl="0"/>
            <a:r>
              <a:rPr lang="en-IN">
                <a:hlinkClick r:id="rId3"/>
              </a:rPr>
              <a:t>myscheme.gov.in </a:t>
            </a:r>
            <a:endParaRPr lang="en-IN"/>
          </a:p>
          <a:p>
            <a:pPr lvl="0"/>
            <a:r>
              <a:rPr lang="en-US">
                <a:hlinkClick r:id="rId4"/>
              </a:rPr>
              <a:t>india.gov.in/my-government/schemes</a:t>
            </a:r>
            <a:endParaRPr lang="en-US"/>
          </a:p>
          <a:p>
            <a:pPr lvl="0"/>
            <a:r>
              <a:rPr lang="en-IN">
                <a:hlinkClick r:id="rId5"/>
              </a:rPr>
              <a:t>ai.google.dev/api</a:t>
            </a:r>
            <a:endParaRPr lang="en-IN"/>
          </a:p>
          <a:p>
            <a:pPr lvl="0"/>
            <a:r>
              <a:rPr lang="en-IN">
                <a:hlinkClick r:id="rId6"/>
              </a:rPr>
              <a:t>ai.google.dev/gemini-api/docs/libraries</a:t>
            </a:r>
            <a:endParaRPr lang="en-US"/>
          </a:p>
        </p:txBody>
      </p:sp>
      <p:sp>
        <p:nvSpPr>
          <p:cNvPr id="11" name="TextBox 679">
            <a:extLst>
              <a:ext uri="{FF2B5EF4-FFF2-40B4-BE49-F238E27FC236}">
                <a16:creationId xmlns:a16="http://schemas.microsoft.com/office/drawing/2014/main" id="{0C9792A5-8820-7393-72C1-AFCE753EC1A6}"/>
              </a:ext>
            </a:extLst>
          </p:cNvPr>
          <p:cNvSpPr txBox="1"/>
          <p:nvPr/>
        </p:nvSpPr>
        <p:spPr>
          <a:xfrm>
            <a:off x="5872418" y="1114607"/>
            <a:ext cx="19031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q"/>
              <a:defRPr sz="1150" b="0">
                <a:solidFill>
                  <a:srgbClr val="093C7A"/>
                </a:solidFill>
                <a:latin typeface="Figtree"/>
              </a:defRPr>
            </a:pPr>
            <a:r>
              <a:rPr lang="en-IN" sz="1600"/>
              <a:t>References</a:t>
            </a:r>
            <a:endParaRPr sz="1600"/>
          </a:p>
        </p:txBody>
      </p:sp>
      <p:sp>
        <p:nvSpPr>
          <p:cNvPr id="13" name="TextBox 679">
            <a:extLst>
              <a:ext uri="{FF2B5EF4-FFF2-40B4-BE49-F238E27FC236}">
                <a16:creationId xmlns:a16="http://schemas.microsoft.com/office/drawing/2014/main" id="{B3FC3FB1-CC55-E94E-57DA-D1BCD9F4BF35}"/>
              </a:ext>
            </a:extLst>
          </p:cNvPr>
          <p:cNvSpPr txBox="1"/>
          <p:nvPr/>
        </p:nvSpPr>
        <p:spPr>
          <a:xfrm>
            <a:off x="380725" y="1114607"/>
            <a:ext cx="36810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q"/>
              <a:defRPr sz="1150" b="0">
                <a:solidFill>
                  <a:srgbClr val="093C7A"/>
                </a:solidFill>
                <a:latin typeface="Figtree"/>
              </a:defRPr>
            </a:pPr>
            <a:r>
              <a:rPr lang="en-IN" sz="1600"/>
              <a:t>Comparison with Existing Systems</a:t>
            </a:r>
            <a:endParaRPr sz="1600"/>
          </a:p>
        </p:txBody>
      </p:sp>
      <p:graphicFrame>
        <p:nvGraphicFramePr>
          <p:cNvPr id="28" name="Google Shape;695;p40">
            <a:extLst>
              <a:ext uri="{FF2B5EF4-FFF2-40B4-BE49-F238E27FC236}">
                <a16:creationId xmlns:a16="http://schemas.microsoft.com/office/drawing/2014/main" id="{0643A1D8-A02F-BACF-D678-B07606B9E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7756076"/>
              </p:ext>
            </p:extLst>
          </p:nvPr>
        </p:nvGraphicFramePr>
        <p:xfrm>
          <a:off x="460917" y="1549496"/>
          <a:ext cx="5266408" cy="2961444"/>
        </p:xfrm>
        <a:graphic>
          <a:graphicData uri="http://schemas.openxmlformats.org/drawingml/2006/table">
            <a:tbl>
              <a:tblPr>
                <a:noFill/>
                <a:tableStyleId>{F4E9EA3C-26B2-46BB-ADD2-4014DB216A98}</a:tableStyleId>
              </a:tblPr>
              <a:tblGrid>
                <a:gridCol w="1260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1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1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1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4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>
                          <a:solidFill>
                            <a:schemeClr val="dk1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Feature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>
                          <a:solidFill>
                            <a:schemeClr val="dk1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  <a:hlinkClick r:id="rId7"/>
                        </a:rPr>
                        <a:t>Scheme Sahayak</a:t>
                      </a:r>
                      <a:endParaRPr lang="en-IN" sz="1600" b="1" u="none">
                        <a:solidFill>
                          <a:schemeClr val="dk1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Yojana Mitra</a:t>
                      </a:r>
                      <a:endParaRPr lang="en-IN" sz="1600" b="1">
                        <a:solidFill>
                          <a:schemeClr val="tx1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>
                          <a:solidFill>
                            <a:schemeClr val="dk1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  <a:hlinkClick r:id="rId9"/>
                        </a:rPr>
                        <a:t>Sarkar Sahayak</a:t>
                      </a:r>
                      <a:endParaRPr lang="en-IN" sz="1600" b="1">
                        <a:solidFill>
                          <a:schemeClr val="dk1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>
                          <a:solidFill>
                            <a:schemeClr val="dk1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  <a:hlinkClick r:id="rId10"/>
                        </a:rPr>
                        <a:t>Scheme Sathi</a:t>
                      </a:r>
                      <a:endParaRPr lang="en-IN" sz="1600" b="1">
                        <a:solidFill>
                          <a:schemeClr val="dk1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AI Chat Assistant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4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Personalized Recommendations</a:t>
                      </a:r>
                      <a:endParaRPr lang="en-IN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C33737"/>
                          </a:solidFill>
                          <a:latin typeface="Aptos"/>
                        </a:rPr>
                        <a:t>×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5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Scheme Search / Directory </a:t>
                      </a:r>
                      <a:endParaRPr lang="en-IN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C33737"/>
                          </a:solidFill>
                          <a:latin typeface="Aptos"/>
                        </a:rPr>
                        <a:t>×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C33737"/>
                          </a:solidFill>
                          <a:latin typeface="Aptos"/>
                        </a:rPr>
                        <a:t>×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Voice Input</a:t>
                      </a:r>
                      <a:endParaRPr lang="en-IN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C33737"/>
                          </a:solidFill>
                          <a:latin typeface="Aptos"/>
                        </a:rPr>
                        <a:t>×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C33737"/>
                          </a:solidFill>
                          <a:latin typeface="Aptos"/>
                        </a:rPr>
                        <a:t>×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8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Detailed Scheme Information</a:t>
                      </a:r>
                      <a:endParaRPr lang="en-IN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8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PDF Export</a:t>
                      </a:r>
                      <a:endParaRPr lang="en-IN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20965F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C33737"/>
                          </a:solidFill>
                          <a:latin typeface="Aptos"/>
                        </a:rPr>
                        <a:t>×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C33737"/>
                          </a:solidFill>
                          <a:latin typeface="Aptos"/>
                        </a:rPr>
                        <a:t>×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rgbClr val="C33737"/>
                          </a:solidFill>
                          <a:latin typeface="Aptos"/>
                        </a:rPr>
                        <a:t>×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67;p47">
            <a:extLst>
              <a:ext uri="{FF2B5EF4-FFF2-40B4-BE49-F238E27FC236}">
                <a16:creationId xmlns:a16="http://schemas.microsoft.com/office/drawing/2014/main" id="{BDA9752C-BFFD-3E78-0AD4-376D492FFC33}"/>
              </a:ext>
            </a:extLst>
          </p:cNvPr>
          <p:cNvSpPr txBox="1">
            <a:spLocks/>
          </p:cNvSpPr>
          <p:nvPr/>
        </p:nvSpPr>
        <p:spPr>
          <a:xfrm>
            <a:off x="1503171" y="989490"/>
            <a:ext cx="6137657" cy="10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 spc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 spc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 spc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 spc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 spc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 spc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 spc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 spc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 spc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algn="ctr"/>
            <a:r>
              <a:rPr lang="en-IN" sz="7200"/>
              <a:t>Thank you</a:t>
            </a:r>
          </a:p>
        </p:txBody>
      </p:sp>
      <p:sp>
        <p:nvSpPr>
          <p:cNvPr id="8" name="Google Shape;866;p47">
            <a:extLst>
              <a:ext uri="{FF2B5EF4-FFF2-40B4-BE49-F238E27FC236}">
                <a16:creationId xmlns:a16="http://schemas.microsoft.com/office/drawing/2014/main" id="{5337D531-7A42-559D-675D-7A766ECA3E8D}"/>
              </a:ext>
            </a:extLst>
          </p:cNvPr>
          <p:cNvSpPr txBox="1">
            <a:spLocks/>
          </p:cNvSpPr>
          <p:nvPr/>
        </p:nvSpPr>
        <p:spPr>
          <a:xfrm>
            <a:off x="2618665" y="2378280"/>
            <a:ext cx="4110900" cy="10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 Light"/>
              <a:buChar char="■"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○"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■"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○"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■"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○"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■"/>
              <a:defRPr sz="1200" b="0" i="0" u="none" strike="noStrike" cap="none" spc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algn="ctr">
              <a:buFont typeface="Open Sans Light"/>
              <a:buNone/>
            </a:pPr>
            <a:r>
              <a:rPr lang="en-US" b="1"/>
              <a:t>Does anyone have any questions?</a:t>
            </a:r>
          </a:p>
          <a:p>
            <a:pPr marL="0" indent="0">
              <a:buFont typeface="Open Sans Light"/>
              <a:buNone/>
            </a:pPr>
            <a:endParaRPr lang="en-US" b="1"/>
          </a:p>
          <a:p>
            <a:pPr marL="0" indent="0" algn="ctr">
              <a:buNone/>
            </a:pPr>
            <a:r>
              <a:rPr lang="en-US">
                <a:hlinkClick r:id="rId3"/>
              </a:rPr>
              <a:t>https://schemesahayak.onrender.com/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G Wireless Technology Agency by Slidesgo">
  <a:themeElements>
    <a:clrScheme name="Simple Light">
      <a:dk1>
        <a:srgbClr val="191919"/>
      </a:dk1>
      <a:lt1>
        <a:srgbClr val="ECECEC"/>
      </a:lt1>
      <a:dk2>
        <a:srgbClr val="7109D8"/>
      </a:dk2>
      <a:lt2>
        <a:srgbClr val="9B4DEA"/>
      </a:lt2>
      <a:accent1>
        <a:srgbClr val="093C7A"/>
      </a:accent1>
      <a:accent2>
        <a:srgbClr val="00C0D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443</Words>
  <Application>Microsoft Office PowerPoint</Application>
  <PresentationFormat>On-screen Show (16:9)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Wingdings</vt:lpstr>
      <vt:lpstr>Open Sans Light</vt:lpstr>
      <vt:lpstr>Arial</vt:lpstr>
      <vt:lpstr>Figtree</vt:lpstr>
      <vt:lpstr>Fira Sans</vt:lpstr>
      <vt:lpstr>Raleway</vt:lpstr>
      <vt:lpstr>Sarabun</vt:lpstr>
      <vt:lpstr>5G Wireless Technology Agency by Slidesgo</vt:lpstr>
      <vt:lpstr>PowerPoint Presentation</vt:lpstr>
      <vt:lpstr>Proposed Solution</vt:lpstr>
      <vt:lpstr>Technology Stack</vt:lpstr>
      <vt:lpstr>Citizen-Facing Features</vt:lpstr>
      <vt:lpstr>Reliability, Validation &amp; Trust</vt:lpstr>
      <vt:lpstr>Research &amp;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Abhishek Ganvir</dc:creator>
  <cp:lastModifiedBy>Abhishek Ganvir</cp:lastModifiedBy>
  <cp:revision>6</cp:revision>
  <dcterms:modified xsi:type="dcterms:W3CDTF">2026-08-21T10:48:39Z</dcterms:modified>
</cp:coreProperties>
</file>